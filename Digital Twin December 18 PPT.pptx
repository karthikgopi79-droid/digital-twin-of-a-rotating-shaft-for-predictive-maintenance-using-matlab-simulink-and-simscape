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1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EEBD49-0B5B-48A2-BDEF-16C66E3AD396}">
          <p14:sldIdLst>
            <p14:sldId id="256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1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CD44B3-4EB1-4BDD-AE92-21880590351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5E1AC9D-A80D-4524-9EEC-7854886D1054}">
      <dgm:prSet/>
      <dgm:spPr/>
      <dgm:t>
        <a:bodyPr/>
        <a:lstStyle/>
        <a:p>
          <a:r>
            <a:rPr lang="en-IN"/>
            <a:t>torque_out</a:t>
          </a:r>
          <a:endParaRPr lang="en-US"/>
        </a:p>
      </dgm:t>
    </dgm:pt>
    <dgm:pt modelId="{C0C72E23-F1ED-4820-B785-08E2D04D82A7}" type="parTrans" cxnId="{E68EFB83-FAEA-40A1-B255-103106C4EF72}">
      <dgm:prSet/>
      <dgm:spPr/>
      <dgm:t>
        <a:bodyPr/>
        <a:lstStyle/>
        <a:p>
          <a:endParaRPr lang="en-US"/>
        </a:p>
      </dgm:t>
    </dgm:pt>
    <dgm:pt modelId="{3F6F2E34-85A7-4B55-81F2-82B7F9ED8C68}" type="sibTrans" cxnId="{E68EFB83-FAEA-40A1-B255-103106C4EF72}">
      <dgm:prSet/>
      <dgm:spPr/>
      <dgm:t>
        <a:bodyPr/>
        <a:lstStyle/>
        <a:p>
          <a:endParaRPr lang="en-US"/>
        </a:p>
      </dgm:t>
    </dgm:pt>
    <dgm:pt modelId="{477234B2-6705-4260-AFE4-D58B3C6DE914}">
      <dgm:prSet/>
      <dgm:spPr/>
      <dgm:t>
        <a:bodyPr/>
        <a:lstStyle/>
        <a:p>
          <a:r>
            <a:rPr lang="en-IN" dirty="0"/>
            <a:t>Primary torque monitoring</a:t>
          </a:r>
          <a:endParaRPr lang="en-US" dirty="0"/>
        </a:p>
      </dgm:t>
    </dgm:pt>
    <dgm:pt modelId="{EC1C0976-4458-4113-AD77-E3D7C222DEFD}" type="parTrans" cxnId="{ACCA2B34-DE4E-4639-88C4-AA8E4267D5BA}">
      <dgm:prSet/>
      <dgm:spPr/>
      <dgm:t>
        <a:bodyPr/>
        <a:lstStyle/>
        <a:p>
          <a:endParaRPr lang="en-US"/>
        </a:p>
      </dgm:t>
    </dgm:pt>
    <dgm:pt modelId="{ABCEE385-C388-478C-9D24-045FA508CD1F}" type="sibTrans" cxnId="{ACCA2B34-DE4E-4639-88C4-AA8E4267D5BA}">
      <dgm:prSet/>
      <dgm:spPr/>
      <dgm:t>
        <a:bodyPr/>
        <a:lstStyle/>
        <a:p>
          <a:endParaRPr lang="en-US"/>
        </a:p>
      </dgm:t>
    </dgm:pt>
    <dgm:pt modelId="{969F4019-D1F6-44A1-A9C2-03B2E24D98A4}">
      <dgm:prSet/>
      <dgm:spPr/>
      <dgm:t>
        <a:bodyPr/>
        <a:lstStyle/>
        <a:p>
          <a:r>
            <a:rPr lang="en-IN" dirty="0"/>
            <a:t>Load condition analysis</a:t>
          </a:r>
          <a:endParaRPr lang="en-US" dirty="0"/>
        </a:p>
      </dgm:t>
    </dgm:pt>
    <dgm:pt modelId="{24419C8C-3CA7-467A-91C2-87B4DF5AAF56}" type="parTrans" cxnId="{CA7283FD-3AF7-4F78-92D8-67544A38624A}">
      <dgm:prSet/>
      <dgm:spPr/>
      <dgm:t>
        <a:bodyPr/>
        <a:lstStyle/>
        <a:p>
          <a:endParaRPr lang="en-US"/>
        </a:p>
      </dgm:t>
    </dgm:pt>
    <dgm:pt modelId="{92BF74C1-9F67-4FF7-980B-C342A8437BCF}" type="sibTrans" cxnId="{CA7283FD-3AF7-4F78-92D8-67544A38624A}">
      <dgm:prSet/>
      <dgm:spPr/>
      <dgm:t>
        <a:bodyPr/>
        <a:lstStyle/>
        <a:p>
          <a:endParaRPr lang="en-US"/>
        </a:p>
      </dgm:t>
    </dgm:pt>
    <dgm:pt modelId="{0E7D1C73-467E-4A83-B7D6-2D9F2F8F14C7}">
      <dgm:prSet/>
      <dgm:spPr/>
      <dgm:t>
        <a:bodyPr/>
        <a:lstStyle/>
        <a:p>
          <a:r>
            <a:rPr lang="en-IN"/>
            <a:t>Anomaly detection</a:t>
          </a:r>
          <a:endParaRPr lang="en-US"/>
        </a:p>
      </dgm:t>
    </dgm:pt>
    <dgm:pt modelId="{5AAEC889-2397-4FB2-8100-9B0EACF8777E}" type="parTrans" cxnId="{3D65FF68-D3B3-41DD-8E40-D7B4C1995F12}">
      <dgm:prSet/>
      <dgm:spPr/>
      <dgm:t>
        <a:bodyPr/>
        <a:lstStyle/>
        <a:p>
          <a:endParaRPr lang="en-US"/>
        </a:p>
      </dgm:t>
    </dgm:pt>
    <dgm:pt modelId="{4FCE5C82-719E-43C7-A3B7-D8A6E3602EA1}" type="sibTrans" cxnId="{3D65FF68-D3B3-41DD-8E40-D7B4C1995F12}">
      <dgm:prSet/>
      <dgm:spPr/>
      <dgm:t>
        <a:bodyPr/>
        <a:lstStyle/>
        <a:p>
          <a:endParaRPr lang="en-US"/>
        </a:p>
      </dgm:t>
    </dgm:pt>
    <dgm:pt modelId="{F632F5B0-E5E4-451C-AC87-39B541EA5739}">
      <dgm:prSet/>
      <dgm:spPr/>
      <dgm:t>
        <a:bodyPr/>
        <a:lstStyle/>
        <a:p>
          <a:r>
            <a:rPr lang="en-IN" dirty="0"/>
            <a:t>Signal conditioning</a:t>
          </a:r>
          <a:endParaRPr lang="en-US" dirty="0"/>
        </a:p>
      </dgm:t>
    </dgm:pt>
    <dgm:pt modelId="{28819168-0FB2-4756-BB22-47E1A6B59F1E}" type="parTrans" cxnId="{3208784C-F9AC-4E66-A150-0446BE5EA7EE}">
      <dgm:prSet/>
      <dgm:spPr/>
      <dgm:t>
        <a:bodyPr/>
        <a:lstStyle/>
        <a:p>
          <a:endParaRPr lang="en-US"/>
        </a:p>
      </dgm:t>
    </dgm:pt>
    <dgm:pt modelId="{F5092EF0-697D-497D-BC72-AF563C295467}" type="sibTrans" cxnId="{3208784C-F9AC-4E66-A150-0446BE5EA7EE}">
      <dgm:prSet/>
      <dgm:spPr/>
      <dgm:t>
        <a:bodyPr/>
        <a:lstStyle/>
        <a:p>
          <a:endParaRPr lang="en-US"/>
        </a:p>
      </dgm:t>
    </dgm:pt>
    <dgm:pt modelId="{F2610516-7CBD-44F4-98A1-8FF366BE80D3}">
      <dgm:prSet/>
      <dgm:spPr/>
      <dgm:t>
        <a:bodyPr/>
        <a:lstStyle/>
        <a:p>
          <a:r>
            <a:rPr lang="en-IN"/>
            <a:t>iterator_signal</a:t>
          </a:r>
          <a:endParaRPr lang="en-US"/>
        </a:p>
      </dgm:t>
    </dgm:pt>
    <dgm:pt modelId="{94D57277-A501-436A-BBF4-2B23D57B9EA8}" type="parTrans" cxnId="{14D8E44E-4040-435A-B5D4-1B4731393CE0}">
      <dgm:prSet/>
      <dgm:spPr/>
      <dgm:t>
        <a:bodyPr/>
        <a:lstStyle/>
        <a:p>
          <a:endParaRPr lang="en-US"/>
        </a:p>
      </dgm:t>
    </dgm:pt>
    <dgm:pt modelId="{BC097F02-F464-424D-B6B9-77566B1EE461}" type="sibTrans" cxnId="{14D8E44E-4040-435A-B5D4-1B4731393CE0}">
      <dgm:prSet/>
      <dgm:spPr/>
      <dgm:t>
        <a:bodyPr/>
        <a:lstStyle/>
        <a:p>
          <a:endParaRPr lang="en-US"/>
        </a:p>
      </dgm:t>
    </dgm:pt>
    <dgm:pt modelId="{B32508D1-F50A-4E17-B837-2FACF4113E49}">
      <dgm:prSet/>
      <dgm:spPr/>
      <dgm:t>
        <a:bodyPr/>
        <a:lstStyle/>
        <a:p>
          <a:r>
            <a:rPr lang="en-IN"/>
            <a:t>Timing control</a:t>
          </a:r>
          <a:endParaRPr lang="en-US"/>
        </a:p>
      </dgm:t>
    </dgm:pt>
    <dgm:pt modelId="{E2AD77FC-34DB-4D2F-8D97-84C8B4E92B2B}" type="parTrans" cxnId="{C08CCF68-607E-4402-9F1D-F7B682290EBB}">
      <dgm:prSet/>
      <dgm:spPr/>
      <dgm:t>
        <a:bodyPr/>
        <a:lstStyle/>
        <a:p>
          <a:endParaRPr lang="en-US"/>
        </a:p>
      </dgm:t>
    </dgm:pt>
    <dgm:pt modelId="{C88DBC37-95FC-4C8E-A254-17C8834F7D1B}" type="sibTrans" cxnId="{C08CCF68-607E-4402-9F1D-F7B682290EBB}">
      <dgm:prSet/>
      <dgm:spPr/>
      <dgm:t>
        <a:bodyPr/>
        <a:lstStyle/>
        <a:p>
          <a:endParaRPr lang="en-US"/>
        </a:p>
      </dgm:t>
    </dgm:pt>
    <dgm:pt modelId="{E0E5B2F9-1885-4CA7-AA52-0D77C5773018}">
      <dgm:prSet/>
      <dgm:spPr/>
      <dgm:t>
        <a:bodyPr/>
        <a:lstStyle/>
        <a:p>
          <a:r>
            <a:rPr lang="en-IN"/>
            <a:t>Data flow management</a:t>
          </a:r>
          <a:endParaRPr lang="en-US"/>
        </a:p>
      </dgm:t>
    </dgm:pt>
    <dgm:pt modelId="{E864996A-2D15-46AE-9B71-899DDC0B9466}" type="parTrans" cxnId="{C96F4DB6-F91B-442A-97AB-49C5C3B5F74A}">
      <dgm:prSet/>
      <dgm:spPr/>
      <dgm:t>
        <a:bodyPr/>
        <a:lstStyle/>
        <a:p>
          <a:endParaRPr lang="en-US"/>
        </a:p>
      </dgm:t>
    </dgm:pt>
    <dgm:pt modelId="{33C31CD6-ABCE-4A76-AFE7-C2A29FA4BFA2}" type="sibTrans" cxnId="{C96F4DB6-F91B-442A-97AB-49C5C3B5F74A}">
      <dgm:prSet/>
      <dgm:spPr/>
      <dgm:t>
        <a:bodyPr/>
        <a:lstStyle/>
        <a:p>
          <a:endParaRPr lang="en-US"/>
        </a:p>
      </dgm:t>
    </dgm:pt>
    <dgm:pt modelId="{DB34F293-8516-407B-AE27-C051F922FF05}">
      <dgm:prSet/>
      <dgm:spPr/>
      <dgm:t>
        <a:bodyPr/>
        <a:lstStyle/>
        <a:p>
          <a:r>
            <a:rPr lang="en-IN"/>
            <a:t>Subsystem coordination</a:t>
          </a:r>
          <a:endParaRPr lang="en-US"/>
        </a:p>
      </dgm:t>
    </dgm:pt>
    <dgm:pt modelId="{4B2EFE54-ADA4-4E04-A50F-0CB331F5CFFC}" type="parTrans" cxnId="{57DA234E-D77F-4EB1-8380-5BE1715B4F70}">
      <dgm:prSet/>
      <dgm:spPr/>
      <dgm:t>
        <a:bodyPr/>
        <a:lstStyle/>
        <a:p>
          <a:endParaRPr lang="en-US"/>
        </a:p>
      </dgm:t>
    </dgm:pt>
    <dgm:pt modelId="{9006A93F-E98B-4CFD-BB67-CF587977FB9B}" type="sibTrans" cxnId="{57DA234E-D77F-4EB1-8380-5BE1715B4F70}">
      <dgm:prSet/>
      <dgm:spPr/>
      <dgm:t>
        <a:bodyPr/>
        <a:lstStyle/>
        <a:p>
          <a:endParaRPr lang="en-US"/>
        </a:p>
      </dgm:t>
    </dgm:pt>
    <dgm:pt modelId="{E59F6E72-410E-4DC0-8AB8-0BBDC916B63C}">
      <dgm:prSet/>
      <dgm:spPr/>
      <dgm:t>
        <a:bodyPr/>
        <a:lstStyle/>
        <a:p>
          <a:r>
            <a:rPr lang="en-IN"/>
            <a:t>Processing synchronization</a:t>
          </a:r>
          <a:endParaRPr lang="en-US"/>
        </a:p>
      </dgm:t>
    </dgm:pt>
    <dgm:pt modelId="{C9E37F68-D62C-4C93-A9C4-910006ED7974}" type="parTrans" cxnId="{A8B6DDC4-38C3-4B64-AC7E-B8ACE4D9C69D}">
      <dgm:prSet/>
      <dgm:spPr/>
      <dgm:t>
        <a:bodyPr/>
        <a:lstStyle/>
        <a:p>
          <a:endParaRPr lang="en-US"/>
        </a:p>
      </dgm:t>
    </dgm:pt>
    <dgm:pt modelId="{578B3829-F9E5-40C8-9255-162D5CE26CEE}" type="sibTrans" cxnId="{A8B6DDC4-38C3-4B64-AC7E-B8ACE4D9C69D}">
      <dgm:prSet/>
      <dgm:spPr/>
      <dgm:t>
        <a:bodyPr/>
        <a:lstStyle/>
        <a:p>
          <a:endParaRPr lang="en-US"/>
        </a:p>
      </dgm:t>
    </dgm:pt>
    <dgm:pt modelId="{1A6D0AEC-8C25-4007-AB58-C5650C117ECF}">
      <dgm:prSet/>
      <dgm:spPr/>
      <dgm:t>
        <a:bodyPr/>
        <a:lstStyle/>
        <a:p>
          <a:r>
            <a:rPr lang="en-IN"/>
            <a:t>omega_out</a:t>
          </a:r>
          <a:endParaRPr lang="en-US"/>
        </a:p>
      </dgm:t>
    </dgm:pt>
    <dgm:pt modelId="{175A4852-FBC8-49CA-BF93-5D9FDB8AFA55}" type="parTrans" cxnId="{68160957-4FF3-4603-8449-6AC5E0B87FA3}">
      <dgm:prSet/>
      <dgm:spPr/>
      <dgm:t>
        <a:bodyPr/>
        <a:lstStyle/>
        <a:p>
          <a:endParaRPr lang="en-US"/>
        </a:p>
      </dgm:t>
    </dgm:pt>
    <dgm:pt modelId="{7E5692F7-80DB-421A-AF08-5C90DEBBA7C0}" type="sibTrans" cxnId="{68160957-4FF3-4603-8449-6AC5E0B87FA3}">
      <dgm:prSet/>
      <dgm:spPr/>
      <dgm:t>
        <a:bodyPr/>
        <a:lstStyle/>
        <a:p>
          <a:endParaRPr lang="en-US"/>
        </a:p>
      </dgm:t>
    </dgm:pt>
    <dgm:pt modelId="{C130EC4C-1D26-474D-B7FF-01050F52B384}">
      <dgm:prSet/>
      <dgm:spPr/>
      <dgm:t>
        <a:bodyPr/>
        <a:lstStyle/>
        <a:p>
          <a:r>
            <a:rPr lang="en-IN"/>
            <a:t>Speed monitoring</a:t>
          </a:r>
          <a:endParaRPr lang="en-US"/>
        </a:p>
      </dgm:t>
    </dgm:pt>
    <dgm:pt modelId="{6A7A4B84-E34F-4280-B848-7397A9ED6636}" type="parTrans" cxnId="{3A7172C6-CE07-45F0-B70D-80A876D02340}">
      <dgm:prSet/>
      <dgm:spPr/>
      <dgm:t>
        <a:bodyPr/>
        <a:lstStyle/>
        <a:p>
          <a:endParaRPr lang="en-US"/>
        </a:p>
      </dgm:t>
    </dgm:pt>
    <dgm:pt modelId="{FE9F84F4-E4BA-4419-8C85-B5C3671E4B57}" type="sibTrans" cxnId="{3A7172C6-CE07-45F0-B70D-80A876D02340}">
      <dgm:prSet/>
      <dgm:spPr/>
      <dgm:t>
        <a:bodyPr/>
        <a:lstStyle/>
        <a:p>
          <a:endParaRPr lang="en-US"/>
        </a:p>
      </dgm:t>
    </dgm:pt>
    <dgm:pt modelId="{DB89240F-91C1-495B-9349-22AB0A0AFC8E}">
      <dgm:prSet/>
      <dgm:spPr/>
      <dgm:t>
        <a:bodyPr/>
        <a:lstStyle/>
        <a:p>
          <a:r>
            <a:rPr lang="en-IN"/>
            <a:t>Performance tracking</a:t>
          </a:r>
          <a:endParaRPr lang="en-US"/>
        </a:p>
      </dgm:t>
    </dgm:pt>
    <dgm:pt modelId="{18CCF7D7-242B-4238-B5F2-E74E5201255F}" type="parTrans" cxnId="{67EEB3B4-3CDD-4DAF-ABC2-D945676D3AA8}">
      <dgm:prSet/>
      <dgm:spPr/>
      <dgm:t>
        <a:bodyPr/>
        <a:lstStyle/>
        <a:p>
          <a:endParaRPr lang="en-US"/>
        </a:p>
      </dgm:t>
    </dgm:pt>
    <dgm:pt modelId="{64379110-A21A-4243-BB95-B0449BF09654}" type="sibTrans" cxnId="{67EEB3B4-3CDD-4DAF-ABC2-D945676D3AA8}">
      <dgm:prSet/>
      <dgm:spPr/>
      <dgm:t>
        <a:bodyPr/>
        <a:lstStyle/>
        <a:p>
          <a:endParaRPr lang="en-US"/>
        </a:p>
      </dgm:t>
    </dgm:pt>
    <dgm:pt modelId="{0CDF862E-3B27-44F1-AE3D-243A622DC3B5}">
      <dgm:prSet/>
      <dgm:spPr/>
      <dgm:t>
        <a:bodyPr/>
        <a:lstStyle/>
        <a:p>
          <a:r>
            <a:rPr lang="en-IN" dirty="0"/>
            <a:t>Degradation analysis</a:t>
          </a:r>
          <a:endParaRPr lang="en-US" dirty="0"/>
        </a:p>
      </dgm:t>
    </dgm:pt>
    <dgm:pt modelId="{72D35584-3A68-4403-938D-6754641CD742}" type="parTrans" cxnId="{7CACB82E-F298-45AD-B406-AFB49BE12CA4}">
      <dgm:prSet/>
      <dgm:spPr/>
      <dgm:t>
        <a:bodyPr/>
        <a:lstStyle/>
        <a:p>
          <a:endParaRPr lang="en-US"/>
        </a:p>
      </dgm:t>
    </dgm:pt>
    <dgm:pt modelId="{C270A766-B2C3-4328-809C-2B4558F07097}" type="sibTrans" cxnId="{7CACB82E-F298-45AD-B406-AFB49BE12CA4}">
      <dgm:prSet/>
      <dgm:spPr/>
      <dgm:t>
        <a:bodyPr/>
        <a:lstStyle/>
        <a:p>
          <a:endParaRPr lang="en-US"/>
        </a:p>
      </dgm:t>
    </dgm:pt>
    <dgm:pt modelId="{0C57B098-6FAA-463D-8D39-B5D9D5C849DB}">
      <dgm:prSet/>
      <dgm:spPr/>
      <dgm:t>
        <a:bodyPr/>
        <a:lstStyle/>
        <a:p>
          <a:r>
            <a:rPr lang="en-IN"/>
            <a:t>Velocity-based predictions</a:t>
          </a:r>
          <a:endParaRPr lang="en-US"/>
        </a:p>
      </dgm:t>
    </dgm:pt>
    <dgm:pt modelId="{902FDA8C-B1C9-490A-8EB3-4B5A4AFD69EE}" type="parTrans" cxnId="{190F531E-2D3F-4CAE-B8EE-CD3A6A6353BF}">
      <dgm:prSet/>
      <dgm:spPr/>
      <dgm:t>
        <a:bodyPr/>
        <a:lstStyle/>
        <a:p>
          <a:endParaRPr lang="en-US"/>
        </a:p>
      </dgm:t>
    </dgm:pt>
    <dgm:pt modelId="{A21964DE-E249-4392-B157-D7BDD2F67928}" type="sibTrans" cxnId="{190F531E-2D3F-4CAE-B8EE-CD3A6A6353BF}">
      <dgm:prSet/>
      <dgm:spPr/>
      <dgm:t>
        <a:bodyPr/>
        <a:lstStyle/>
        <a:p>
          <a:endParaRPr lang="en-US"/>
        </a:p>
      </dgm:t>
    </dgm:pt>
    <dgm:pt modelId="{ED1EB406-4845-4368-B41B-523FC0C6F2C4}">
      <dgm:prSet/>
      <dgm:spPr/>
      <dgm:t>
        <a:bodyPr/>
        <a:lstStyle/>
        <a:p>
          <a:r>
            <a:rPr lang="en-IN" dirty="0"/>
            <a:t>System Benefits:</a:t>
          </a:r>
          <a:endParaRPr lang="en-US" dirty="0"/>
        </a:p>
      </dgm:t>
    </dgm:pt>
    <dgm:pt modelId="{0EF734A1-8032-488F-9095-232913454320}" type="parTrans" cxnId="{15CDAB82-58F8-4A0F-A341-A6726D08E95D}">
      <dgm:prSet/>
      <dgm:spPr/>
      <dgm:t>
        <a:bodyPr/>
        <a:lstStyle/>
        <a:p>
          <a:endParaRPr lang="en-US"/>
        </a:p>
      </dgm:t>
    </dgm:pt>
    <dgm:pt modelId="{5857618F-E915-43FA-83AA-3E84DAB2BAFF}" type="sibTrans" cxnId="{15CDAB82-58F8-4A0F-A341-A6726D08E95D}">
      <dgm:prSet/>
      <dgm:spPr/>
      <dgm:t>
        <a:bodyPr/>
        <a:lstStyle/>
        <a:p>
          <a:endParaRPr lang="en-US"/>
        </a:p>
      </dgm:t>
    </dgm:pt>
    <dgm:pt modelId="{A3AFAD75-A919-4D94-AB06-BDC22C9B945C}">
      <dgm:prSet/>
      <dgm:spPr/>
      <dgm:t>
        <a:bodyPr/>
        <a:lstStyle/>
        <a:p>
          <a:r>
            <a:rPr lang="en-IN"/>
            <a:t>Real-time operation</a:t>
          </a:r>
          <a:endParaRPr lang="en-US"/>
        </a:p>
      </dgm:t>
    </dgm:pt>
    <dgm:pt modelId="{E3CE7BAA-D4CD-488C-B69E-9C792CF1AF79}" type="parTrans" cxnId="{06184E33-C72B-49A8-BB5C-56425967A88E}">
      <dgm:prSet/>
      <dgm:spPr/>
      <dgm:t>
        <a:bodyPr/>
        <a:lstStyle/>
        <a:p>
          <a:endParaRPr lang="en-US"/>
        </a:p>
      </dgm:t>
    </dgm:pt>
    <dgm:pt modelId="{342D43FE-DC1C-4724-A776-674C3E7FD034}" type="sibTrans" cxnId="{06184E33-C72B-49A8-BB5C-56425967A88E}">
      <dgm:prSet/>
      <dgm:spPr/>
      <dgm:t>
        <a:bodyPr/>
        <a:lstStyle/>
        <a:p>
          <a:endParaRPr lang="en-US"/>
        </a:p>
      </dgm:t>
    </dgm:pt>
    <dgm:pt modelId="{701726DB-3A73-465C-8E9D-D47DB83BCBAF}">
      <dgm:prSet/>
      <dgm:spPr/>
      <dgm:t>
        <a:bodyPr/>
        <a:lstStyle/>
        <a:p>
          <a:r>
            <a:rPr lang="en-IN"/>
            <a:t>High accuracy</a:t>
          </a:r>
          <a:endParaRPr lang="en-US"/>
        </a:p>
      </dgm:t>
    </dgm:pt>
    <dgm:pt modelId="{886FCDB8-6281-45EA-BC3F-C006132E637F}" type="parTrans" cxnId="{CAB5A410-3A67-4BAC-8546-EE86075983D4}">
      <dgm:prSet/>
      <dgm:spPr/>
      <dgm:t>
        <a:bodyPr/>
        <a:lstStyle/>
        <a:p>
          <a:endParaRPr lang="en-US"/>
        </a:p>
      </dgm:t>
    </dgm:pt>
    <dgm:pt modelId="{C7881F0D-8F35-4518-AC74-1CAC6E042403}" type="sibTrans" cxnId="{CAB5A410-3A67-4BAC-8546-EE86075983D4}">
      <dgm:prSet/>
      <dgm:spPr/>
      <dgm:t>
        <a:bodyPr/>
        <a:lstStyle/>
        <a:p>
          <a:endParaRPr lang="en-US"/>
        </a:p>
      </dgm:t>
    </dgm:pt>
    <dgm:pt modelId="{5920FC08-833B-421F-AECD-C1C1229509E4}">
      <dgm:prSet/>
      <dgm:spPr/>
      <dgm:t>
        <a:bodyPr/>
        <a:lstStyle/>
        <a:p>
          <a:r>
            <a:rPr lang="en-IN" dirty="0"/>
            <a:t>Early fault detection</a:t>
          </a:r>
          <a:endParaRPr lang="en-US" dirty="0"/>
        </a:p>
      </dgm:t>
    </dgm:pt>
    <dgm:pt modelId="{B13AC95F-E1BB-41D3-BC81-F03FF0F58326}" type="parTrans" cxnId="{207C3A40-D190-4254-9236-0A8E07D50075}">
      <dgm:prSet/>
      <dgm:spPr/>
      <dgm:t>
        <a:bodyPr/>
        <a:lstStyle/>
        <a:p>
          <a:endParaRPr lang="en-US"/>
        </a:p>
      </dgm:t>
    </dgm:pt>
    <dgm:pt modelId="{7454705E-19E9-441C-9331-15DD626C0B17}" type="sibTrans" cxnId="{207C3A40-D190-4254-9236-0A8E07D50075}">
      <dgm:prSet/>
      <dgm:spPr/>
      <dgm:t>
        <a:bodyPr/>
        <a:lstStyle/>
        <a:p>
          <a:endParaRPr lang="en-US"/>
        </a:p>
      </dgm:t>
    </dgm:pt>
    <dgm:pt modelId="{8BCD8A66-8298-4164-A2B0-EA988B6BEFE7}">
      <dgm:prSet/>
      <dgm:spPr/>
      <dgm:t>
        <a:bodyPr/>
        <a:lstStyle/>
        <a:p>
          <a:r>
            <a:rPr lang="en-IN"/>
            <a:t>Scalable architecture</a:t>
          </a:r>
          <a:endParaRPr lang="en-US"/>
        </a:p>
      </dgm:t>
    </dgm:pt>
    <dgm:pt modelId="{BBA08D15-FDBE-43E5-8F81-CF692F6C0768}" type="parTrans" cxnId="{D3ACFEC1-B947-4CA9-80C6-3F8B445E0B86}">
      <dgm:prSet/>
      <dgm:spPr/>
      <dgm:t>
        <a:bodyPr/>
        <a:lstStyle/>
        <a:p>
          <a:endParaRPr lang="en-US"/>
        </a:p>
      </dgm:t>
    </dgm:pt>
    <dgm:pt modelId="{07D0F945-C628-4FE2-AA9E-73BE7D13660B}" type="sibTrans" cxnId="{D3ACFEC1-B947-4CA9-80C6-3F8B445E0B86}">
      <dgm:prSet/>
      <dgm:spPr/>
      <dgm:t>
        <a:bodyPr/>
        <a:lstStyle/>
        <a:p>
          <a:endParaRPr lang="en-US"/>
        </a:p>
      </dgm:t>
    </dgm:pt>
    <dgm:pt modelId="{5E5ABCEB-F75F-4549-8CF3-A168C4D1FBEF}" type="pres">
      <dgm:prSet presAssocID="{F0CD44B3-4EB1-4BDD-AE92-218805903512}" presName="Name0" presStyleCnt="0">
        <dgm:presLayoutVars>
          <dgm:dir/>
          <dgm:animLvl val="lvl"/>
          <dgm:resizeHandles val="exact"/>
        </dgm:presLayoutVars>
      </dgm:prSet>
      <dgm:spPr/>
    </dgm:pt>
    <dgm:pt modelId="{C02518F8-7D89-41DF-B565-F125FDC722F4}" type="pres">
      <dgm:prSet presAssocID="{C5E1AC9D-A80D-4524-9EEC-7854886D1054}" presName="composite" presStyleCnt="0"/>
      <dgm:spPr/>
    </dgm:pt>
    <dgm:pt modelId="{3955E6E3-70C3-4CA9-A9F4-1A136F35F056}" type="pres">
      <dgm:prSet presAssocID="{C5E1AC9D-A80D-4524-9EEC-7854886D105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B2C9EF9F-6A4C-449A-91B4-D27428F1C4D9}" type="pres">
      <dgm:prSet presAssocID="{C5E1AC9D-A80D-4524-9EEC-7854886D1054}" presName="desTx" presStyleLbl="alignAccFollowNode1" presStyleIdx="0" presStyleCnt="4">
        <dgm:presLayoutVars>
          <dgm:bulletEnabled val="1"/>
        </dgm:presLayoutVars>
      </dgm:prSet>
      <dgm:spPr/>
    </dgm:pt>
    <dgm:pt modelId="{D49A9DED-61DF-41F1-8276-8EDF631FC0C1}" type="pres">
      <dgm:prSet presAssocID="{3F6F2E34-85A7-4B55-81F2-82B7F9ED8C68}" presName="space" presStyleCnt="0"/>
      <dgm:spPr/>
    </dgm:pt>
    <dgm:pt modelId="{3EA0C0F1-7D5B-4B4D-BD57-62B343F19265}" type="pres">
      <dgm:prSet presAssocID="{F2610516-7CBD-44F4-98A1-8FF366BE80D3}" presName="composite" presStyleCnt="0"/>
      <dgm:spPr/>
    </dgm:pt>
    <dgm:pt modelId="{4BB7001D-A1EB-4743-97CA-53C28945D135}" type="pres">
      <dgm:prSet presAssocID="{F2610516-7CBD-44F4-98A1-8FF366BE80D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A034B32-5D95-49B4-B1F5-F0C398904191}" type="pres">
      <dgm:prSet presAssocID="{F2610516-7CBD-44F4-98A1-8FF366BE80D3}" presName="desTx" presStyleLbl="alignAccFollowNode1" presStyleIdx="1" presStyleCnt="4">
        <dgm:presLayoutVars>
          <dgm:bulletEnabled val="1"/>
        </dgm:presLayoutVars>
      </dgm:prSet>
      <dgm:spPr/>
    </dgm:pt>
    <dgm:pt modelId="{BCF8F195-2AEC-4CDD-B9CE-F5BE0836D2CB}" type="pres">
      <dgm:prSet presAssocID="{BC097F02-F464-424D-B6B9-77566B1EE461}" presName="space" presStyleCnt="0"/>
      <dgm:spPr/>
    </dgm:pt>
    <dgm:pt modelId="{CBE51C82-312F-4809-BF34-8E8720643A0C}" type="pres">
      <dgm:prSet presAssocID="{1A6D0AEC-8C25-4007-AB58-C5650C117ECF}" presName="composite" presStyleCnt="0"/>
      <dgm:spPr/>
    </dgm:pt>
    <dgm:pt modelId="{7EE230A5-271B-4E38-8278-C2B93FDC55FC}" type="pres">
      <dgm:prSet presAssocID="{1A6D0AEC-8C25-4007-AB58-C5650C117EC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6C36DC3-B72C-4A63-8939-D6E4B3ED9235}" type="pres">
      <dgm:prSet presAssocID="{1A6D0AEC-8C25-4007-AB58-C5650C117ECF}" presName="desTx" presStyleLbl="alignAccFollowNode1" presStyleIdx="2" presStyleCnt="4">
        <dgm:presLayoutVars>
          <dgm:bulletEnabled val="1"/>
        </dgm:presLayoutVars>
      </dgm:prSet>
      <dgm:spPr/>
    </dgm:pt>
    <dgm:pt modelId="{9DA947D5-A428-4CDB-A136-F5C0356C7F33}" type="pres">
      <dgm:prSet presAssocID="{7E5692F7-80DB-421A-AF08-5C90DEBBA7C0}" presName="space" presStyleCnt="0"/>
      <dgm:spPr/>
    </dgm:pt>
    <dgm:pt modelId="{6674A250-6C13-4BC3-9B2F-F67C5D0E649B}" type="pres">
      <dgm:prSet presAssocID="{ED1EB406-4845-4368-B41B-523FC0C6F2C4}" presName="composite" presStyleCnt="0"/>
      <dgm:spPr/>
    </dgm:pt>
    <dgm:pt modelId="{E02AF409-EEBB-405F-8C12-3233C4359E3E}" type="pres">
      <dgm:prSet presAssocID="{ED1EB406-4845-4368-B41B-523FC0C6F2C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E0DBA532-EF9D-4C75-B00C-E0DF9435016B}" type="pres">
      <dgm:prSet presAssocID="{ED1EB406-4845-4368-B41B-523FC0C6F2C4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852D3001-A9C2-47D4-A946-D08F865912F2}" type="presOf" srcId="{E59F6E72-410E-4DC0-8AB8-0BBDC916B63C}" destId="{6A034B32-5D95-49B4-B1F5-F0C398904191}" srcOrd="0" destOrd="3" presId="urn:microsoft.com/office/officeart/2005/8/layout/hList1"/>
    <dgm:cxn modelId="{25602B03-811C-477F-AD5D-BB2AB3DB9124}" type="presOf" srcId="{477234B2-6705-4260-AFE4-D58B3C6DE914}" destId="{B2C9EF9F-6A4C-449A-91B4-D27428F1C4D9}" srcOrd="0" destOrd="0" presId="urn:microsoft.com/office/officeart/2005/8/layout/hList1"/>
    <dgm:cxn modelId="{90F5DF09-A603-475C-B6EF-F3FB60F85A0A}" type="presOf" srcId="{E0E5B2F9-1885-4CA7-AA52-0D77C5773018}" destId="{6A034B32-5D95-49B4-B1F5-F0C398904191}" srcOrd="0" destOrd="1" presId="urn:microsoft.com/office/officeart/2005/8/layout/hList1"/>
    <dgm:cxn modelId="{C4F1B70A-803A-4310-8742-F0E47E49BC33}" type="presOf" srcId="{A3AFAD75-A919-4D94-AB06-BDC22C9B945C}" destId="{E0DBA532-EF9D-4C75-B00C-E0DF9435016B}" srcOrd="0" destOrd="0" presId="urn:microsoft.com/office/officeart/2005/8/layout/hList1"/>
    <dgm:cxn modelId="{09D8FB0A-BEA6-42F8-8D66-7058AE5E2CD1}" type="presOf" srcId="{5920FC08-833B-421F-AECD-C1C1229509E4}" destId="{E0DBA532-EF9D-4C75-B00C-E0DF9435016B}" srcOrd="0" destOrd="2" presId="urn:microsoft.com/office/officeart/2005/8/layout/hList1"/>
    <dgm:cxn modelId="{CAB5A410-3A67-4BAC-8546-EE86075983D4}" srcId="{ED1EB406-4845-4368-B41B-523FC0C6F2C4}" destId="{701726DB-3A73-465C-8E9D-D47DB83BCBAF}" srcOrd="1" destOrd="0" parTransId="{886FCDB8-6281-45EA-BC3F-C006132E637F}" sibTransId="{C7881F0D-8F35-4518-AC74-1CAC6E042403}"/>
    <dgm:cxn modelId="{36CBE210-B8AB-48B0-BECC-A7ED437D24EE}" type="presOf" srcId="{DB34F293-8516-407B-AE27-C051F922FF05}" destId="{6A034B32-5D95-49B4-B1F5-F0C398904191}" srcOrd="0" destOrd="2" presId="urn:microsoft.com/office/officeart/2005/8/layout/hList1"/>
    <dgm:cxn modelId="{96757D1D-3919-4E59-B1A8-585C2422CD05}" type="presOf" srcId="{0CDF862E-3B27-44F1-AE3D-243A622DC3B5}" destId="{86C36DC3-B72C-4A63-8939-D6E4B3ED9235}" srcOrd="0" destOrd="2" presId="urn:microsoft.com/office/officeart/2005/8/layout/hList1"/>
    <dgm:cxn modelId="{190F531E-2D3F-4CAE-B8EE-CD3A6A6353BF}" srcId="{1A6D0AEC-8C25-4007-AB58-C5650C117ECF}" destId="{0C57B098-6FAA-463D-8D39-B5D9D5C849DB}" srcOrd="3" destOrd="0" parTransId="{902FDA8C-B1C9-490A-8EB3-4B5A4AFD69EE}" sibTransId="{A21964DE-E249-4392-B157-D7BDD2F67928}"/>
    <dgm:cxn modelId="{7CACB82E-F298-45AD-B406-AFB49BE12CA4}" srcId="{1A6D0AEC-8C25-4007-AB58-C5650C117ECF}" destId="{0CDF862E-3B27-44F1-AE3D-243A622DC3B5}" srcOrd="2" destOrd="0" parTransId="{72D35584-3A68-4403-938D-6754641CD742}" sibTransId="{C270A766-B2C3-4328-809C-2B4558F07097}"/>
    <dgm:cxn modelId="{06184E33-C72B-49A8-BB5C-56425967A88E}" srcId="{ED1EB406-4845-4368-B41B-523FC0C6F2C4}" destId="{A3AFAD75-A919-4D94-AB06-BDC22C9B945C}" srcOrd="0" destOrd="0" parTransId="{E3CE7BAA-D4CD-488C-B69E-9C792CF1AF79}" sibTransId="{342D43FE-DC1C-4724-A776-674C3E7FD034}"/>
    <dgm:cxn modelId="{ACCA2B34-DE4E-4639-88C4-AA8E4267D5BA}" srcId="{C5E1AC9D-A80D-4524-9EEC-7854886D1054}" destId="{477234B2-6705-4260-AFE4-D58B3C6DE914}" srcOrd="0" destOrd="0" parTransId="{EC1C0976-4458-4113-AD77-E3D7C222DEFD}" sibTransId="{ABCEE385-C388-478C-9D24-045FA508CD1F}"/>
    <dgm:cxn modelId="{207C3A40-D190-4254-9236-0A8E07D50075}" srcId="{ED1EB406-4845-4368-B41B-523FC0C6F2C4}" destId="{5920FC08-833B-421F-AECD-C1C1229509E4}" srcOrd="2" destOrd="0" parTransId="{B13AC95F-E1BB-41D3-BC81-F03FF0F58326}" sibTransId="{7454705E-19E9-441C-9331-15DD626C0B17}"/>
    <dgm:cxn modelId="{C08CCF68-607E-4402-9F1D-F7B682290EBB}" srcId="{F2610516-7CBD-44F4-98A1-8FF366BE80D3}" destId="{B32508D1-F50A-4E17-B837-2FACF4113E49}" srcOrd="0" destOrd="0" parTransId="{E2AD77FC-34DB-4D2F-8D97-84C8B4E92B2B}" sibTransId="{C88DBC37-95FC-4C8E-A254-17C8834F7D1B}"/>
    <dgm:cxn modelId="{3D65FF68-D3B3-41DD-8E40-D7B4C1995F12}" srcId="{C5E1AC9D-A80D-4524-9EEC-7854886D1054}" destId="{0E7D1C73-467E-4A83-B7D6-2D9F2F8F14C7}" srcOrd="2" destOrd="0" parTransId="{5AAEC889-2397-4FB2-8100-9B0EACF8777E}" sibTransId="{4FCE5C82-719E-43C7-A3B7-D8A6E3602EA1}"/>
    <dgm:cxn modelId="{3208784C-F9AC-4E66-A150-0446BE5EA7EE}" srcId="{C5E1AC9D-A80D-4524-9EEC-7854886D1054}" destId="{F632F5B0-E5E4-451C-AC87-39B541EA5739}" srcOrd="3" destOrd="0" parTransId="{28819168-0FB2-4756-BB22-47E1A6B59F1E}" sibTransId="{F5092EF0-697D-497D-BC72-AF563C295467}"/>
    <dgm:cxn modelId="{AC3FB66C-46B4-44E1-B387-35D70BFB40E2}" type="presOf" srcId="{1A6D0AEC-8C25-4007-AB58-C5650C117ECF}" destId="{7EE230A5-271B-4E38-8278-C2B93FDC55FC}" srcOrd="0" destOrd="0" presId="urn:microsoft.com/office/officeart/2005/8/layout/hList1"/>
    <dgm:cxn modelId="{57DA234E-D77F-4EB1-8380-5BE1715B4F70}" srcId="{F2610516-7CBD-44F4-98A1-8FF366BE80D3}" destId="{DB34F293-8516-407B-AE27-C051F922FF05}" srcOrd="2" destOrd="0" parTransId="{4B2EFE54-ADA4-4E04-A50F-0CB331F5CFFC}" sibTransId="{9006A93F-E98B-4CFD-BB67-CF587977FB9B}"/>
    <dgm:cxn modelId="{14D8E44E-4040-435A-B5D4-1B4731393CE0}" srcId="{F0CD44B3-4EB1-4BDD-AE92-218805903512}" destId="{F2610516-7CBD-44F4-98A1-8FF366BE80D3}" srcOrd="1" destOrd="0" parTransId="{94D57277-A501-436A-BBF4-2B23D57B9EA8}" sibTransId="{BC097F02-F464-424D-B6B9-77566B1EE461}"/>
    <dgm:cxn modelId="{F7D27A74-1920-45AF-BE55-163DE8E58B0F}" type="presOf" srcId="{DB89240F-91C1-495B-9349-22AB0A0AFC8E}" destId="{86C36DC3-B72C-4A63-8939-D6E4B3ED9235}" srcOrd="0" destOrd="1" presId="urn:microsoft.com/office/officeart/2005/8/layout/hList1"/>
    <dgm:cxn modelId="{68160957-4FF3-4603-8449-6AC5E0B87FA3}" srcId="{F0CD44B3-4EB1-4BDD-AE92-218805903512}" destId="{1A6D0AEC-8C25-4007-AB58-C5650C117ECF}" srcOrd="2" destOrd="0" parTransId="{175A4852-FBC8-49CA-BF93-5D9FDB8AFA55}" sibTransId="{7E5692F7-80DB-421A-AF08-5C90DEBBA7C0}"/>
    <dgm:cxn modelId="{7FDF0B5A-28C1-4080-BFD5-9B59AB62D6BE}" type="presOf" srcId="{8BCD8A66-8298-4164-A2B0-EA988B6BEFE7}" destId="{E0DBA532-EF9D-4C75-B00C-E0DF9435016B}" srcOrd="0" destOrd="3" presId="urn:microsoft.com/office/officeart/2005/8/layout/hList1"/>
    <dgm:cxn modelId="{DF38CF7E-8168-4429-A898-2426FBF9E299}" type="presOf" srcId="{701726DB-3A73-465C-8E9D-D47DB83BCBAF}" destId="{E0DBA532-EF9D-4C75-B00C-E0DF9435016B}" srcOrd="0" destOrd="1" presId="urn:microsoft.com/office/officeart/2005/8/layout/hList1"/>
    <dgm:cxn modelId="{3A441981-A789-4F92-90B9-BD56622965FB}" type="presOf" srcId="{C130EC4C-1D26-474D-B7FF-01050F52B384}" destId="{86C36DC3-B72C-4A63-8939-D6E4B3ED9235}" srcOrd="0" destOrd="0" presId="urn:microsoft.com/office/officeart/2005/8/layout/hList1"/>
    <dgm:cxn modelId="{15CDAB82-58F8-4A0F-A341-A6726D08E95D}" srcId="{F0CD44B3-4EB1-4BDD-AE92-218805903512}" destId="{ED1EB406-4845-4368-B41B-523FC0C6F2C4}" srcOrd="3" destOrd="0" parTransId="{0EF734A1-8032-488F-9095-232913454320}" sibTransId="{5857618F-E915-43FA-83AA-3E84DAB2BAFF}"/>
    <dgm:cxn modelId="{E68EFB83-FAEA-40A1-B255-103106C4EF72}" srcId="{F0CD44B3-4EB1-4BDD-AE92-218805903512}" destId="{C5E1AC9D-A80D-4524-9EEC-7854886D1054}" srcOrd="0" destOrd="0" parTransId="{C0C72E23-F1ED-4820-B785-08E2D04D82A7}" sibTransId="{3F6F2E34-85A7-4B55-81F2-82B7F9ED8C68}"/>
    <dgm:cxn modelId="{D16CD687-F54E-4AB8-9351-697F0FED67E9}" type="presOf" srcId="{ED1EB406-4845-4368-B41B-523FC0C6F2C4}" destId="{E02AF409-EEBB-405F-8C12-3233C4359E3E}" srcOrd="0" destOrd="0" presId="urn:microsoft.com/office/officeart/2005/8/layout/hList1"/>
    <dgm:cxn modelId="{A5B25E88-ED29-4673-8683-F80F2E572568}" type="presOf" srcId="{0E7D1C73-467E-4A83-B7D6-2D9F2F8F14C7}" destId="{B2C9EF9F-6A4C-449A-91B4-D27428F1C4D9}" srcOrd="0" destOrd="2" presId="urn:microsoft.com/office/officeart/2005/8/layout/hList1"/>
    <dgm:cxn modelId="{3DBBFC90-78D4-47E2-B353-153B6096F45B}" type="presOf" srcId="{B32508D1-F50A-4E17-B837-2FACF4113E49}" destId="{6A034B32-5D95-49B4-B1F5-F0C398904191}" srcOrd="0" destOrd="0" presId="urn:microsoft.com/office/officeart/2005/8/layout/hList1"/>
    <dgm:cxn modelId="{FEE88391-0050-4E2B-98DB-370115A8F78F}" type="presOf" srcId="{0C57B098-6FAA-463D-8D39-B5D9D5C849DB}" destId="{86C36DC3-B72C-4A63-8939-D6E4B3ED9235}" srcOrd="0" destOrd="3" presId="urn:microsoft.com/office/officeart/2005/8/layout/hList1"/>
    <dgm:cxn modelId="{A72A1AA1-BCCB-45C9-859B-674B379D12C1}" type="presOf" srcId="{F0CD44B3-4EB1-4BDD-AE92-218805903512}" destId="{5E5ABCEB-F75F-4549-8CF3-A168C4D1FBEF}" srcOrd="0" destOrd="0" presId="urn:microsoft.com/office/officeart/2005/8/layout/hList1"/>
    <dgm:cxn modelId="{FDDC43A4-EB65-4AD1-8DE0-5BF136D37296}" type="presOf" srcId="{969F4019-D1F6-44A1-A9C2-03B2E24D98A4}" destId="{B2C9EF9F-6A4C-449A-91B4-D27428F1C4D9}" srcOrd="0" destOrd="1" presId="urn:microsoft.com/office/officeart/2005/8/layout/hList1"/>
    <dgm:cxn modelId="{38C1DAB0-7CD0-42F7-A1BD-AFB8F1747422}" type="presOf" srcId="{C5E1AC9D-A80D-4524-9EEC-7854886D1054}" destId="{3955E6E3-70C3-4CA9-A9F4-1A136F35F056}" srcOrd="0" destOrd="0" presId="urn:microsoft.com/office/officeart/2005/8/layout/hList1"/>
    <dgm:cxn modelId="{67EEB3B4-3CDD-4DAF-ABC2-D945676D3AA8}" srcId="{1A6D0AEC-8C25-4007-AB58-C5650C117ECF}" destId="{DB89240F-91C1-495B-9349-22AB0A0AFC8E}" srcOrd="1" destOrd="0" parTransId="{18CCF7D7-242B-4238-B5F2-E74E5201255F}" sibTransId="{64379110-A21A-4243-BB95-B0449BF09654}"/>
    <dgm:cxn modelId="{C96F4DB6-F91B-442A-97AB-49C5C3B5F74A}" srcId="{F2610516-7CBD-44F4-98A1-8FF366BE80D3}" destId="{E0E5B2F9-1885-4CA7-AA52-0D77C5773018}" srcOrd="1" destOrd="0" parTransId="{E864996A-2D15-46AE-9B71-899DDC0B9466}" sibTransId="{33C31CD6-ABCE-4A76-AFE7-C2A29FA4BFA2}"/>
    <dgm:cxn modelId="{6EB61CBD-063D-43C4-AFBE-319BF4DD3333}" type="presOf" srcId="{F632F5B0-E5E4-451C-AC87-39B541EA5739}" destId="{B2C9EF9F-6A4C-449A-91B4-D27428F1C4D9}" srcOrd="0" destOrd="3" presId="urn:microsoft.com/office/officeart/2005/8/layout/hList1"/>
    <dgm:cxn modelId="{D3ACFEC1-B947-4CA9-80C6-3F8B445E0B86}" srcId="{ED1EB406-4845-4368-B41B-523FC0C6F2C4}" destId="{8BCD8A66-8298-4164-A2B0-EA988B6BEFE7}" srcOrd="3" destOrd="0" parTransId="{BBA08D15-FDBE-43E5-8F81-CF692F6C0768}" sibTransId="{07D0F945-C628-4FE2-AA9E-73BE7D13660B}"/>
    <dgm:cxn modelId="{A8B6DDC4-38C3-4B64-AC7E-B8ACE4D9C69D}" srcId="{F2610516-7CBD-44F4-98A1-8FF366BE80D3}" destId="{E59F6E72-410E-4DC0-8AB8-0BBDC916B63C}" srcOrd="3" destOrd="0" parTransId="{C9E37F68-D62C-4C93-A9C4-910006ED7974}" sibTransId="{578B3829-F9E5-40C8-9255-162D5CE26CEE}"/>
    <dgm:cxn modelId="{3A7172C6-CE07-45F0-B70D-80A876D02340}" srcId="{1A6D0AEC-8C25-4007-AB58-C5650C117ECF}" destId="{C130EC4C-1D26-474D-B7FF-01050F52B384}" srcOrd="0" destOrd="0" parTransId="{6A7A4B84-E34F-4280-B848-7397A9ED6636}" sibTransId="{FE9F84F4-E4BA-4419-8C85-B5C3671E4B57}"/>
    <dgm:cxn modelId="{B72140E2-1545-4B7C-9CFD-45FD2EEE40F6}" type="presOf" srcId="{F2610516-7CBD-44F4-98A1-8FF366BE80D3}" destId="{4BB7001D-A1EB-4743-97CA-53C28945D135}" srcOrd="0" destOrd="0" presId="urn:microsoft.com/office/officeart/2005/8/layout/hList1"/>
    <dgm:cxn modelId="{CA7283FD-3AF7-4F78-92D8-67544A38624A}" srcId="{C5E1AC9D-A80D-4524-9EEC-7854886D1054}" destId="{969F4019-D1F6-44A1-A9C2-03B2E24D98A4}" srcOrd="1" destOrd="0" parTransId="{24419C8C-3CA7-467A-91C2-87B4DF5AAF56}" sibTransId="{92BF74C1-9F67-4FF7-980B-C342A8437BCF}"/>
    <dgm:cxn modelId="{827B87EA-93C3-498C-A1C7-88B2D94E2EC7}" type="presParOf" srcId="{5E5ABCEB-F75F-4549-8CF3-A168C4D1FBEF}" destId="{C02518F8-7D89-41DF-B565-F125FDC722F4}" srcOrd="0" destOrd="0" presId="urn:microsoft.com/office/officeart/2005/8/layout/hList1"/>
    <dgm:cxn modelId="{EFFA2550-C725-4A84-BBCE-89FCA9286256}" type="presParOf" srcId="{C02518F8-7D89-41DF-B565-F125FDC722F4}" destId="{3955E6E3-70C3-4CA9-A9F4-1A136F35F056}" srcOrd="0" destOrd="0" presId="urn:microsoft.com/office/officeart/2005/8/layout/hList1"/>
    <dgm:cxn modelId="{80D4B551-EA1B-4F8A-8CE8-B3F23ED5BF23}" type="presParOf" srcId="{C02518F8-7D89-41DF-B565-F125FDC722F4}" destId="{B2C9EF9F-6A4C-449A-91B4-D27428F1C4D9}" srcOrd="1" destOrd="0" presId="urn:microsoft.com/office/officeart/2005/8/layout/hList1"/>
    <dgm:cxn modelId="{579EF015-A4FF-4D8C-9B05-E0CA91E0BEEF}" type="presParOf" srcId="{5E5ABCEB-F75F-4549-8CF3-A168C4D1FBEF}" destId="{D49A9DED-61DF-41F1-8276-8EDF631FC0C1}" srcOrd="1" destOrd="0" presId="urn:microsoft.com/office/officeart/2005/8/layout/hList1"/>
    <dgm:cxn modelId="{12A02AB5-7D74-45B7-B787-37F80629CABF}" type="presParOf" srcId="{5E5ABCEB-F75F-4549-8CF3-A168C4D1FBEF}" destId="{3EA0C0F1-7D5B-4B4D-BD57-62B343F19265}" srcOrd="2" destOrd="0" presId="urn:microsoft.com/office/officeart/2005/8/layout/hList1"/>
    <dgm:cxn modelId="{CD13D331-EC0F-488B-90D2-3258F7BF272B}" type="presParOf" srcId="{3EA0C0F1-7D5B-4B4D-BD57-62B343F19265}" destId="{4BB7001D-A1EB-4743-97CA-53C28945D135}" srcOrd="0" destOrd="0" presId="urn:microsoft.com/office/officeart/2005/8/layout/hList1"/>
    <dgm:cxn modelId="{40966BAE-3B27-4E81-8326-952C01C5F411}" type="presParOf" srcId="{3EA0C0F1-7D5B-4B4D-BD57-62B343F19265}" destId="{6A034B32-5D95-49B4-B1F5-F0C398904191}" srcOrd="1" destOrd="0" presId="urn:microsoft.com/office/officeart/2005/8/layout/hList1"/>
    <dgm:cxn modelId="{50E5AEC8-E257-4BC9-B02C-DD9058C45EB2}" type="presParOf" srcId="{5E5ABCEB-F75F-4549-8CF3-A168C4D1FBEF}" destId="{BCF8F195-2AEC-4CDD-B9CE-F5BE0836D2CB}" srcOrd="3" destOrd="0" presId="urn:microsoft.com/office/officeart/2005/8/layout/hList1"/>
    <dgm:cxn modelId="{393F611E-6522-4BC7-887F-F7DF6E6AC147}" type="presParOf" srcId="{5E5ABCEB-F75F-4549-8CF3-A168C4D1FBEF}" destId="{CBE51C82-312F-4809-BF34-8E8720643A0C}" srcOrd="4" destOrd="0" presId="urn:microsoft.com/office/officeart/2005/8/layout/hList1"/>
    <dgm:cxn modelId="{28C69479-AC3A-4A61-A41C-8BB2123957FD}" type="presParOf" srcId="{CBE51C82-312F-4809-BF34-8E8720643A0C}" destId="{7EE230A5-271B-4E38-8278-C2B93FDC55FC}" srcOrd="0" destOrd="0" presId="urn:microsoft.com/office/officeart/2005/8/layout/hList1"/>
    <dgm:cxn modelId="{69E57ED3-E821-4643-9058-26FDB70192B2}" type="presParOf" srcId="{CBE51C82-312F-4809-BF34-8E8720643A0C}" destId="{86C36DC3-B72C-4A63-8939-D6E4B3ED9235}" srcOrd="1" destOrd="0" presId="urn:microsoft.com/office/officeart/2005/8/layout/hList1"/>
    <dgm:cxn modelId="{51386FD2-1F25-4B59-8999-AB2C111C8EE6}" type="presParOf" srcId="{5E5ABCEB-F75F-4549-8CF3-A168C4D1FBEF}" destId="{9DA947D5-A428-4CDB-A136-F5C0356C7F33}" srcOrd="5" destOrd="0" presId="urn:microsoft.com/office/officeart/2005/8/layout/hList1"/>
    <dgm:cxn modelId="{5B4CD4C8-5817-427D-A077-1C2B383328C9}" type="presParOf" srcId="{5E5ABCEB-F75F-4549-8CF3-A168C4D1FBEF}" destId="{6674A250-6C13-4BC3-9B2F-F67C5D0E649B}" srcOrd="6" destOrd="0" presId="urn:microsoft.com/office/officeart/2005/8/layout/hList1"/>
    <dgm:cxn modelId="{DAD0B484-068F-4009-8618-19C057BE9F32}" type="presParOf" srcId="{6674A250-6C13-4BC3-9B2F-F67C5D0E649B}" destId="{E02AF409-EEBB-405F-8C12-3233C4359E3E}" srcOrd="0" destOrd="0" presId="urn:microsoft.com/office/officeart/2005/8/layout/hList1"/>
    <dgm:cxn modelId="{532407B0-B4F0-44D5-B1DA-07B2A9AED584}" type="presParOf" srcId="{6674A250-6C13-4BC3-9B2F-F67C5D0E649B}" destId="{E0DBA532-EF9D-4C75-B00C-E0DF9435016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CD44B3-4EB1-4BDD-AE92-21880590351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E1AC9D-A80D-4524-9EEC-7854886D1054}">
      <dgm:prSet custT="1"/>
      <dgm:spPr/>
      <dgm:t>
        <a:bodyPr/>
        <a:lstStyle/>
        <a:p>
          <a:r>
            <a:rPr lang="en-US" sz="1600" b="1" dirty="0"/>
            <a:t>Technical Outputs:</a:t>
          </a:r>
          <a:endParaRPr lang="en-US" sz="1600" dirty="0"/>
        </a:p>
      </dgm:t>
    </dgm:pt>
    <dgm:pt modelId="{C0C72E23-F1ED-4820-B785-08E2D04D82A7}" type="parTrans" cxnId="{E68EFB83-FAEA-40A1-B255-103106C4EF72}">
      <dgm:prSet/>
      <dgm:spPr/>
      <dgm:t>
        <a:bodyPr/>
        <a:lstStyle/>
        <a:p>
          <a:endParaRPr lang="en-US"/>
        </a:p>
      </dgm:t>
    </dgm:pt>
    <dgm:pt modelId="{3F6F2E34-85A7-4B55-81F2-82B7F9ED8C68}" type="sibTrans" cxnId="{E68EFB83-FAEA-40A1-B255-103106C4EF72}">
      <dgm:prSet/>
      <dgm:spPr/>
      <dgm:t>
        <a:bodyPr/>
        <a:lstStyle/>
        <a:p>
          <a:endParaRPr lang="en-US"/>
        </a:p>
      </dgm:t>
    </dgm:pt>
    <dgm:pt modelId="{477234B2-6705-4260-AFE4-D58B3C6DE914}">
      <dgm:prSet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IN" spc="-20" dirty="0">
              <a:latin typeface="Tahoma"/>
              <a:cs typeface="Tahoma"/>
            </a:rPr>
            <a:t>Simulink </a:t>
          </a:r>
          <a:r>
            <a:rPr lang="en-IN" spc="-30" dirty="0">
              <a:latin typeface="Tahoma"/>
              <a:cs typeface="Tahoma"/>
            </a:rPr>
            <a:t>model</a:t>
          </a:r>
          <a:r>
            <a:rPr lang="en-IN" spc="-20" dirty="0">
              <a:latin typeface="Tahoma"/>
              <a:cs typeface="Tahoma"/>
            </a:rPr>
            <a:t> </a:t>
          </a:r>
          <a:r>
            <a:rPr lang="en-IN" dirty="0">
              <a:latin typeface="Tahoma"/>
              <a:cs typeface="Tahoma"/>
            </a:rPr>
            <a:t>of</a:t>
          </a:r>
          <a:r>
            <a:rPr lang="en-IN" spc="-20" dirty="0">
              <a:latin typeface="Tahoma"/>
              <a:cs typeface="Tahoma"/>
            </a:rPr>
            <a:t> rotating</a:t>
          </a:r>
          <a:r>
            <a:rPr lang="en-IN" spc="-15" dirty="0">
              <a:latin typeface="Tahoma"/>
              <a:cs typeface="Tahoma"/>
            </a:rPr>
            <a:t> </a:t>
          </a:r>
          <a:r>
            <a:rPr lang="en-IN" spc="-10" dirty="0">
              <a:latin typeface="Tahoma"/>
              <a:cs typeface="Tahoma"/>
            </a:rPr>
            <a:t>shaft</a:t>
          </a:r>
          <a:endParaRPr lang="en-US" dirty="0"/>
        </a:p>
      </dgm:t>
    </dgm:pt>
    <dgm:pt modelId="{EC1C0976-4458-4113-AD77-E3D7C222DEFD}" type="parTrans" cxnId="{ACCA2B34-DE4E-4639-88C4-AA8E4267D5BA}">
      <dgm:prSet/>
      <dgm:spPr/>
      <dgm:t>
        <a:bodyPr/>
        <a:lstStyle/>
        <a:p>
          <a:endParaRPr lang="en-US"/>
        </a:p>
      </dgm:t>
    </dgm:pt>
    <dgm:pt modelId="{ABCEE385-C388-478C-9D24-045FA508CD1F}" type="sibTrans" cxnId="{ACCA2B34-DE4E-4639-88C4-AA8E4267D5BA}">
      <dgm:prSet/>
      <dgm:spPr/>
      <dgm:t>
        <a:bodyPr/>
        <a:lstStyle/>
        <a:p>
          <a:endParaRPr lang="en-US"/>
        </a:p>
      </dgm:t>
    </dgm:pt>
    <dgm:pt modelId="{F2610516-7CBD-44F4-98A1-8FF366BE80D3}">
      <dgm:prSet/>
      <dgm:spPr/>
      <dgm:t>
        <a:bodyPr/>
        <a:lstStyle/>
        <a:p>
          <a:r>
            <a:rPr lang="en-US" b="1" dirty="0"/>
            <a:t>Limitations:</a:t>
          </a:r>
        </a:p>
      </dgm:t>
    </dgm:pt>
    <dgm:pt modelId="{94D57277-A501-436A-BBF4-2B23D57B9EA8}" type="parTrans" cxnId="{14D8E44E-4040-435A-B5D4-1B4731393CE0}">
      <dgm:prSet/>
      <dgm:spPr/>
      <dgm:t>
        <a:bodyPr/>
        <a:lstStyle/>
        <a:p>
          <a:endParaRPr lang="en-US"/>
        </a:p>
      </dgm:t>
    </dgm:pt>
    <dgm:pt modelId="{BC097F02-F464-424D-B6B9-77566B1EE461}" type="sibTrans" cxnId="{14D8E44E-4040-435A-B5D4-1B4731393CE0}">
      <dgm:prSet/>
      <dgm:spPr/>
      <dgm:t>
        <a:bodyPr/>
        <a:lstStyle/>
        <a:p>
          <a:endParaRPr lang="en-US"/>
        </a:p>
      </dgm:t>
    </dgm:pt>
    <dgm:pt modelId="{B32508D1-F50A-4E17-B837-2FACF4113E49}">
      <dgm:prSet/>
      <dgm:spPr/>
      <dgm:t>
        <a:bodyPr/>
        <a:lstStyle/>
        <a:p>
          <a:r>
            <a:rPr lang="en-US" spc="-20" dirty="0">
              <a:latin typeface="Tahoma"/>
              <a:cs typeface="Tahoma"/>
            </a:rPr>
            <a:t>Synthetic</a:t>
          </a:r>
          <a:r>
            <a:rPr lang="en-US" spc="-25" dirty="0">
              <a:latin typeface="Tahoma"/>
              <a:cs typeface="Tahoma"/>
            </a:rPr>
            <a:t> </a:t>
          </a:r>
          <a:r>
            <a:rPr lang="en-US" spc="-20" dirty="0">
              <a:latin typeface="Tahoma"/>
              <a:cs typeface="Tahoma"/>
            </a:rPr>
            <a:t>data only</a:t>
          </a:r>
          <a:endParaRPr lang="en-US" dirty="0"/>
        </a:p>
      </dgm:t>
    </dgm:pt>
    <dgm:pt modelId="{E2AD77FC-34DB-4D2F-8D97-84C8B4E92B2B}" type="parTrans" cxnId="{C08CCF68-607E-4402-9F1D-F7B682290EBB}">
      <dgm:prSet/>
      <dgm:spPr/>
      <dgm:t>
        <a:bodyPr/>
        <a:lstStyle/>
        <a:p>
          <a:endParaRPr lang="en-US"/>
        </a:p>
      </dgm:t>
    </dgm:pt>
    <dgm:pt modelId="{C88DBC37-95FC-4C8E-A254-17C8834F7D1B}" type="sibTrans" cxnId="{C08CCF68-607E-4402-9F1D-F7B682290EBB}">
      <dgm:prSet/>
      <dgm:spPr/>
      <dgm:t>
        <a:bodyPr/>
        <a:lstStyle/>
        <a:p>
          <a:endParaRPr lang="en-US"/>
        </a:p>
      </dgm:t>
    </dgm:pt>
    <dgm:pt modelId="{1A6D0AEC-8C25-4007-AB58-C5650C117ECF}">
      <dgm:prSet/>
      <dgm:spPr/>
      <dgm:t>
        <a:bodyPr/>
        <a:lstStyle/>
        <a:p>
          <a:r>
            <a:rPr lang="en-US" b="1" dirty="0"/>
            <a:t>Demo Video:</a:t>
          </a:r>
        </a:p>
      </dgm:t>
    </dgm:pt>
    <dgm:pt modelId="{175A4852-FBC8-49CA-BF93-5D9FDB8AFA55}" type="parTrans" cxnId="{68160957-4FF3-4603-8449-6AC5E0B87FA3}">
      <dgm:prSet/>
      <dgm:spPr/>
      <dgm:t>
        <a:bodyPr/>
        <a:lstStyle/>
        <a:p>
          <a:endParaRPr lang="en-US"/>
        </a:p>
      </dgm:t>
    </dgm:pt>
    <dgm:pt modelId="{7E5692F7-80DB-421A-AF08-5C90DEBBA7C0}" type="sibTrans" cxnId="{68160957-4FF3-4603-8449-6AC5E0B87FA3}">
      <dgm:prSet/>
      <dgm:spPr/>
      <dgm:t>
        <a:bodyPr/>
        <a:lstStyle/>
        <a:p>
          <a:endParaRPr lang="en-US"/>
        </a:p>
      </dgm:t>
    </dgm:pt>
    <dgm:pt modelId="{C130EC4C-1D26-474D-B7FF-01050F52B384}">
      <dgm:prSet/>
      <dgm:spPr/>
      <dgm:t>
        <a:bodyPr/>
        <a:lstStyle/>
        <a:p>
          <a:r>
            <a:rPr lang="en-US" spc="-20" dirty="0">
              <a:latin typeface="Tahoma"/>
              <a:cs typeface="Tahoma"/>
            </a:rPr>
            <a:t>Duration:</a:t>
          </a:r>
          <a:r>
            <a:rPr lang="en-US" spc="55" dirty="0">
              <a:latin typeface="Tahoma"/>
              <a:cs typeface="Tahoma"/>
            </a:rPr>
            <a:t> </a:t>
          </a:r>
          <a:r>
            <a:rPr lang="en-US" dirty="0">
              <a:latin typeface="Tahoma"/>
              <a:cs typeface="Tahoma"/>
            </a:rPr>
            <a:t>2</a:t>
          </a:r>
          <a:r>
            <a:rPr lang="en-US" spc="-35" dirty="0">
              <a:latin typeface="Tahoma"/>
              <a:cs typeface="Tahoma"/>
            </a:rPr>
            <a:t> </a:t>
          </a:r>
          <a:r>
            <a:rPr lang="en-US" spc="-10" dirty="0">
              <a:latin typeface="Tahoma"/>
              <a:cs typeface="Tahoma"/>
            </a:rPr>
            <a:t>minutes</a:t>
          </a:r>
          <a:endParaRPr lang="en-US" dirty="0"/>
        </a:p>
      </dgm:t>
    </dgm:pt>
    <dgm:pt modelId="{6A7A4B84-E34F-4280-B848-7397A9ED6636}" type="parTrans" cxnId="{3A7172C6-CE07-45F0-B70D-80A876D02340}">
      <dgm:prSet/>
      <dgm:spPr/>
      <dgm:t>
        <a:bodyPr/>
        <a:lstStyle/>
        <a:p>
          <a:endParaRPr lang="en-US"/>
        </a:p>
      </dgm:t>
    </dgm:pt>
    <dgm:pt modelId="{FE9F84F4-E4BA-4419-8C85-B5C3671E4B57}" type="sibTrans" cxnId="{3A7172C6-CE07-45F0-B70D-80A876D02340}">
      <dgm:prSet/>
      <dgm:spPr/>
      <dgm:t>
        <a:bodyPr/>
        <a:lstStyle/>
        <a:p>
          <a:endParaRPr lang="en-US"/>
        </a:p>
      </dgm:t>
    </dgm:pt>
    <dgm:pt modelId="{ED1EB406-4845-4368-B41B-523FC0C6F2C4}">
      <dgm:prSet/>
      <dgm:spPr/>
      <dgm:t>
        <a:bodyPr/>
        <a:lstStyle/>
        <a:p>
          <a:r>
            <a:rPr lang="en-US" b="1" dirty="0"/>
            <a:t>Future Works:</a:t>
          </a:r>
        </a:p>
      </dgm:t>
    </dgm:pt>
    <dgm:pt modelId="{0EF734A1-8032-488F-9095-232913454320}" type="parTrans" cxnId="{15CDAB82-58F8-4A0F-A341-A6726D08E95D}">
      <dgm:prSet/>
      <dgm:spPr/>
      <dgm:t>
        <a:bodyPr/>
        <a:lstStyle/>
        <a:p>
          <a:endParaRPr lang="en-US"/>
        </a:p>
      </dgm:t>
    </dgm:pt>
    <dgm:pt modelId="{5857618F-E915-43FA-83AA-3E84DAB2BAFF}" type="sibTrans" cxnId="{15CDAB82-58F8-4A0F-A341-A6726D08E95D}">
      <dgm:prSet/>
      <dgm:spPr/>
      <dgm:t>
        <a:bodyPr/>
        <a:lstStyle/>
        <a:p>
          <a:endParaRPr lang="en-US"/>
        </a:p>
      </dgm:t>
    </dgm:pt>
    <dgm:pt modelId="{A3AFAD75-A919-4D94-AB06-BDC22C9B945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spc="-45" dirty="0">
              <a:latin typeface="Tahoma"/>
              <a:cs typeface="Tahoma"/>
            </a:rPr>
            <a:t>Hardware</a:t>
          </a:r>
          <a:r>
            <a:rPr lang="en-US" spc="-15" dirty="0">
              <a:latin typeface="Tahoma"/>
              <a:cs typeface="Tahoma"/>
            </a:rPr>
            <a:t> </a:t>
          </a:r>
          <a:r>
            <a:rPr lang="en-US" spc="-10" dirty="0">
              <a:latin typeface="Tahoma"/>
              <a:cs typeface="Tahoma"/>
            </a:rPr>
            <a:t>integration</a:t>
          </a:r>
          <a:endParaRPr lang="en-US" dirty="0"/>
        </a:p>
      </dgm:t>
    </dgm:pt>
    <dgm:pt modelId="{E3CE7BAA-D4CD-488C-B69E-9C792CF1AF79}" type="parTrans" cxnId="{06184E33-C72B-49A8-BB5C-56425967A88E}">
      <dgm:prSet/>
      <dgm:spPr/>
      <dgm:t>
        <a:bodyPr/>
        <a:lstStyle/>
        <a:p>
          <a:endParaRPr lang="en-US"/>
        </a:p>
      </dgm:t>
    </dgm:pt>
    <dgm:pt modelId="{342D43FE-DC1C-4724-A776-674C3E7FD034}" type="sibTrans" cxnId="{06184E33-C72B-49A8-BB5C-56425967A88E}">
      <dgm:prSet/>
      <dgm:spPr/>
      <dgm:t>
        <a:bodyPr/>
        <a:lstStyle/>
        <a:p>
          <a:endParaRPr lang="en-US"/>
        </a:p>
      </dgm:t>
    </dgm:pt>
    <dgm:pt modelId="{94B721BF-8E20-4DDD-9828-8A74A52573BC}">
      <dgm:prSet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spc="-30" dirty="0">
              <a:latin typeface="Tahoma"/>
              <a:cs typeface="Tahoma"/>
            </a:rPr>
            <a:t>Trained</a:t>
          </a:r>
          <a:r>
            <a:rPr lang="en-US" spc="5" dirty="0">
              <a:latin typeface="Tahoma"/>
              <a:cs typeface="Tahoma"/>
            </a:rPr>
            <a:t> </a:t>
          </a:r>
          <a:r>
            <a:rPr lang="en-US" spc="60" dirty="0">
              <a:latin typeface="Tahoma"/>
              <a:cs typeface="Tahoma"/>
            </a:rPr>
            <a:t>ML</a:t>
          </a:r>
          <a:r>
            <a:rPr lang="en-US" spc="5" dirty="0">
              <a:latin typeface="Tahoma"/>
              <a:cs typeface="Tahoma"/>
            </a:rPr>
            <a:t> </a:t>
          </a:r>
          <a:r>
            <a:rPr lang="en-US" spc="-35" dirty="0">
              <a:latin typeface="Tahoma"/>
              <a:cs typeface="Tahoma"/>
            </a:rPr>
            <a:t>models</a:t>
          </a:r>
          <a:r>
            <a:rPr lang="en-US" spc="5" dirty="0">
              <a:latin typeface="Tahoma"/>
              <a:cs typeface="Tahoma"/>
            </a:rPr>
            <a:t> </a:t>
          </a:r>
          <a:r>
            <a:rPr lang="en-US" dirty="0">
              <a:latin typeface="Tahoma"/>
              <a:cs typeface="Tahoma"/>
            </a:rPr>
            <a:t>(RF, </a:t>
          </a:r>
          <a:r>
            <a:rPr lang="en-US" spc="-10" dirty="0">
              <a:latin typeface="Tahoma"/>
              <a:cs typeface="Tahoma"/>
            </a:rPr>
            <a:t>LSTM, BiLSTM)</a:t>
          </a:r>
          <a:endParaRPr lang="en-US" dirty="0">
            <a:latin typeface="Tahoma"/>
            <a:cs typeface="Tahoma"/>
          </a:endParaRPr>
        </a:p>
      </dgm:t>
    </dgm:pt>
    <dgm:pt modelId="{C95CE745-F092-441E-A776-A81E841A27A0}" type="parTrans" cxnId="{018C0692-6CCC-4C66-B3DA-96B1D4878C89}">
      <dgm:prSet/>
      <dgm:spPr/>
      <dgm:t>
        <a:bodyPr/>
        <a:lstStyle/>
        <a:p>
          <a:endParaRPr lang="en-US"/>
        </a:p>
      </dgm:t>
    </dgm:pt>
    <dgm:pt modelId="{A9CA9C6E-44FD-429F-A544-7790BACA5941}" type="sibTrans" cxnId="{018C0692-6CCC-4C66-B3DA-96B1D4878C89}">
      <dgm:prSet/>
      <dgm:spPr/>
      <dgm:t>
        <a:bodyPr/>
        <a:lstStyle/>
        <a:p>
          <a:endParaRPr lang="en-US"/>
        </a:p>
      </dgm:t>
    </dgm:pt>
    <dgm:pt modelId="{862E2822-F774-43B8-B268-063FA71F8FFD}">
      <dgm:prSet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dirty="0">
              <a:latin typeface="Tahoma"/>
              <a:cs typeface="Tahoma"/>
            </a:rPr>
            <a:t>MATLAB</a:t>
          </a:r>
          <a:r>
            <a:rPr lang="en-US" spc="140" dirty="0">
              <a:latin typeface="Tahoma"/>
              <a:cs typeface="Tahoma"/>
            </a:rPr>
            <a:t> </a:t>
          </a:r>
          <a:r>
            <a:rPr lang="en-US" spc="-35" dirty="0">
              <a:latin typeface="Tahoma"/>
              <a:cs typeface="Tahoma"/>
            </a:rPr>
            <a:t>feature</a:t>
          </a:r>
          <a:r>
            <a:rPr lang="en-US" spc="145" dirty="0">
              <a:latin typeface="Tahoma"/>
              <a:cs typeface="Tahoma"/>
            </a:rPr>
            <a:t> </a:t>
          </a:r>
          <a:r>
            <a:rPr lang="en-US" spc="-25" dirty="0">
              <a:latin typeface="Tahoma"/>
              <a:cs typeface="Tahoma"/>
            </a:rPr>
            <a:t>extraction </a:t>
          </a:r>
          <a:r>
            <a:rPr lang="en-US" spc="-10" dirty="0">
              <a:latin typeface="Tahoma"/>
              <a:cs typeface="Tahoma"/>
            </a:rPr>
            <a:t>scripts</a:t>
          </a:r>
          <a:endParaRPr lang="en-US" dirty="0">
            <a:latin typeface="Tahoma"/>
            <a:cs typeface="Tahoma"/>
          </a:endParaRPr>
        </a:p>
      </dgm:t>
    </dgm:pt>
    <dgm:pt modelId="{8703358E-CB7B-4BA1-A184-EFEF3CD0BD1C}" type="parTrans" cxnId="{497E4748-A4B2-4BE6-BD33-E7E049675942}">
      <dgm:prSet/>
      <dgm:spPr/>
      <dgm:t>
        <a:bodyPr/>
        <a:lstStyle/>
        <a:p>
          <a:endParaRPr lang="en-US"/>
        </a:p>
      </dgm:t>
    </dgm:pt>
    <dgm:pt modelId="{DB24F7BC-CC5D-461F-995B-E7A392E1FF31}" type="sibTrans" cxnId="{497E4748-A4B2-4BE6-BD33-E7E049675942}">
      <dgm:prSet/>
      <dgm:spPr/>
      <dgm:t>
        <a:bodyPr/>
        <a:lstStyle/>
        <a:p>
          <a:endParaRPr lang="en-US"/>
        </a:p>
      </dgm:t>
    </dgm:pt>
    <dgm:pt modelId="{10B2BF2C-2DFD-4BFD-A342-C54293FB7EFD}">
      <dgm:prSet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dirty="0">
              <a:latin typeface="Tahoma"/>
              <a:cs typeface="Tahoma"/>
            </a:rPr>
            <a:t>RUL</a:t>
          </a:r>
          <a:r>
            <a:rPr lang="en-US" spc="35" dirty="0">
              <a:latin typeface="Tahoma"/>
              <a:cs typeface="Tahoma"/>
            </a:rPr>
            <a:t> </a:t>
          </a:r>
          <a:r>
            <a:rPr lang="en-US" spc="-30" dirty="0">
              <a:latin typeface="Tahoma"/>
              <a:cs typeface="Tahoma"/>
            </a:rPr>
            <a:t>prediction</a:t>
          </a:r>
          <a:r>
            <a:rPr lang="en-US" spc="40" dirty="0">
              <a:latin typeface="Tahoma"/>
              <a:cs typeface="Tahoma"/>
            </a:rPr>
            <a:t> </a:t>
          </a:r>
          <a:r>
            <a:rPr lang="en-US" spc="-10" dirty="0">
              <a:latin typeface="Tahoma"/>
              <a:cs typeface="Tahoma"/>
            </a:rPr>
            <a:t>pipeline</a:t>
          </a:r>
          <a:endParaRPr lang="en-US" dirty="0">
            <a:latin typeface="Tahoma"/>
            <a:cs typeface="Tahoma"/>
          </a:endParaRPr>
        </a:p>
      </dgm:t>
    </dgm:pt>
    <dgm:pt modelId="{8EAC4372-AEEB-42A9-8D6E-0F2241AA6BEF}" type="parTrans" cxnId="{AFAB8214-FC67-47F2-998F-6455998D3079}">
      <dgm:prSet/>
      <dgm:spPr/>
      <dgm:t>
        <a:bodyPr/>
        <a:lstStyle/>
        <a:p>
          <a:endParaRPr lang="en-US"/>
        </a:p>
      </dgm:t>
    </dgm:pt>
    <dgm:pt modelId="{53CE45E5-9768-466A-9FE8-6DE14A013616}" type="sibTrans" cxnId="{AFAB8214-FC67-47F2-998F-6455998D3079}">
      <dgm:prSet/>
      <dgm:spPr/>
      <dgm:t>
        <a:bodyPr/>
        <a:lstStyle/>
        <a:p>
          <a:endParaRPr lang="en-US"/>
        </a:p>
      </dgm:t>
    </dgm:pt>
    <dgm:pt modelId="{810A1EE4-7171-4256-B161-4C0EC2CE0A9F}">
      <dgm:prSet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spc="-35" dirty="0">
              <a:latin typeface="Tahoma"/>
              <a:cs typeface="Tahoma"/>
            </a:rPr>
            <a:t>Dashboard </a:t>
          </a:r>
          <a:r>
            <a:rPr lang="en-US" spc="-10" dirty="0">
              <a:latin typeface="Tahoma"/>
              <a:cs typeface="Tahoma"/>
            </a:rPr>
            <a:t>prototype</a:t>
          </a:r>
          <a:endParaRPr lang="en-US" dirty="0">
            <a:latin typeface="Tahoma"/>
            <a:cs typeface="Tahoma"/>
          </a:endParaRPr>
        </a:p>
      </dgm:t>
    </dgm:pt>
    <dgm:pt modelId="{0C8F0F25-9EA5-41FC-8B09-558E89C84EDE}" type="parTrans" cxnId="{E3536CA5-4C7F-4B66-A733-20EC422B90A2}">
      <dgm:prSet/>
      <dgm:spPr/>
      <dgm:t>
        <a:bodyPr/>
        <a:lstStyle/>
        <a:p>
          <a:endParaRPr lang="en-US"/>
        </a:p>
      </dgm:t>
    </dgm:pt>
    <dgm:pt modelId="{4431898B-4A70-4C6C-B053-971487A865B3}" type="sibTrans" cxnId="{E3536CA5-4C7F-4B66-A733-20EC422B90A2}">
      <dgm:prSet/>
      <dgm:spPr/>
      <dgm:t>
        <a:bodyPr/>
        <a:lstStyle/>
        <a:p>
          <a:endParaRPr lang="en-US"/>
        </a:p>
      </dgm:t>
    </dgm:pt>
    <dgm:pt modelId="{BDE0310A-D682-4FDE-8E4D-294790400DA5}">
      <dgm:prSet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spc="-30" dirty="0">
              <a:latin typeface="Tahoma"/>
              <a:cs typeface="Tahoma"/>
            </a:rPr>
            <a:t>Documentation</a:t>
          </a:r>
          <a:r>
            <a:rPr lang="en-US" spc="30" dirty="0">
              <a:latin typeface="Tahoma"/>
              <a:cs typeface="Tahoma"/>
            </a:rPr>
            <a:t> </a:t>
          </a:r>
          <a:r>
            <a:rPr lang="en-US" dirty="0">
              <a:latin typeface="Tahoma"/>
              <a:cs typeface="Tahoma"/>
            </a:rPr>
            <a:t>+</a:t>
          </a:r>
          <a:r>
            <a:rPr lang="en-US" spc="35" dirty="0">
              <a:latin typeface="Tahoma"/>
              <a:cs typeface="Tahoma"/>
            </a:rPr>
            <a:t> </a:t>
          </a:r>
          <a:r>
            <a:rPr lang="en-US" spc="-55" dirty="0">
              <a:latin typeface="Tahoma"/>
              <a:cs typeface="Tahoma"/>
            </a:rPr>
            <a:t>user</a:t>
          </a:r>
          <a:r>
            <a:rPr lang="en-US" spc="35" dirty="0">
              <a:latin typeface="Tahoma"/>
              <a:cs typeface="Tahoma"/>
            </a:rPr>
            <a:t> </a:t>
          </a:r>
          <a:r>
            <a:rPr lang="en-US" spc="-10" dirty="0">
              <a:latin typeface="Tahoma"/>
              <a:cs typeface="Tahoma"/>
            </a:rPr>
            <a:t>manual</a:t>
          </a:r>
          <a:endParaRPr lang="en-US" dirty="0">
            <a:latin typeface="Tahoma"/>
            <a:cs typeface="Tahoma"/>
          </a:endParaRPr>
        </a:p>
      </dgm:t>
    </dgm:pt>
    <dgm:pt modelId="{A7B70B52-79E6-485B-B446-990F70EE8AD7}" type="parTrans" cxnId="{8C4AD326-E263-4ECE-A8F8-E8F8FDDE3843}">
      <dgm:prSet/>
      <dgm:spPr/>
      <dgm:t>
        <a:bodyPr/>
        <a:lstStyle/>
        <a:p>
          <a:endParaRPr lang="en-US"/>
        </a:p>
      </dgm:t>
    </dgm:pt>
    <dgm:pt modelId="{107FAC0E-C7CD-4E86-B7EB-02062930DA60}" type="sibTrans" cxnId="{8C4AD326-E263-4ECE-A8F8-E8F8FDDE3843}">
      <dgm:prSet/>
      <dgm:spPr/>
      <dgm:t>
        <a:bodyPr/>
        <a:lstStyle/>
        <a:p>
          <a:endParaRPr lang="en-US"/>
        </a:p>
      </dgm:t>
    </dgm:pt>
    <dgm:pt modelId="{22B8CBA3-54F6-459E-8CDD-C67326D600C6}">
      <dgm:prSet/>
      <dgm:spPr/>
      <dgm:t>
        <a:bodyPr/>
        <a:lstStyle/>
        <a:p>
          <a:r>
            <a:rPr lang="en-US" spc="-25">
              <a:latin typeface="Tahoma"/>
              <a:cs typeface="Tahoma"/>
            </a:rPr>
            <a:t>Single</a:t>
          </a:r>
          <a:r>
            <a:rPr lang="en-US" spc="-30">
              <a:latin typeface="Tahoma"/>
              <a:cs typeface="Tahoma"/>
            </a:rPr>
            <a:t> </a:t>
          </a:r>
          <a:r>
            <a:rPr lang="en-US" spc="-20">
              <a:latin typeface="Tahoma"/>
              <a:cs typeface="Tahoma"/>
            </a:rPr>
            <a:t>failure</a:t>
          </a:r>
          <a:r>
            <a:rPr lang="en-US" spc="-30">
              <a:latin typeface="Tahoma"/>
              <a:cs typeface="Tahoma"/>
            </a:rPr>
            <a:t> </a:t>
          </a:r>
          <a:r>
            <a:rPr lang="en-US" spc="-20">
              <a:latin typeface="Tahoma"/>
              <a:cs typeface="Tahoma"/>
            </a:rPr>
            <a:t>mode</a:t>
          </a:r>
          <a:endParaRPr lang="en-US" dirty="0">
            <a:latin typeface="Tahoma"/>
            <a:cs typeface="Tahoma"/>
          </a:endParaRPr>
        </a:p>
      </dgm:t>
    </dgm:pt>
    <dgm:pt modelId="{4C62298F-C913-4801-BA8B-43B06756AE5A}" type="parTrans" cxnId="{5E78D098-5A12-4441-8AF2-C0658FB4AB89}">
      <dgm:prSet/>
      <dgm:spPr/>
      <dgm:t>
        <a:bodyPr/>
        <a:lstStyle/>
        <a:p>
          <a:endParaRPr lang="en-US"/>
        </a:p>
      </dgm:t>
    </dgm:pt>
    <dgm:pt modelId="{CB5B3CFB-0701-49E8-84A3-CD2099853E0C}" type="sibTrans" cxnId="{5E78D098-5A12-4441-8AF2-C0658FB4AB89}">
      <dgm:prSet/>
      <dgm:spPr/>
      <dgm:t>
        <a:bodyPr/>
        <a:lstStyle/>
        <a:p>
          <a:endParaRPr lang="en-US"/>
        </a:p>
      </dgm:t>
    </dgm:pt>
    <dgm:pt modelId="{706F8F8E-5022-49B8-9CB4-7D98957F4FBE}">
      <dgm:prSet/>
      <dgm:spPr/>
      <dgm:t>
        <a:bodyPr/>
        <a:lstStyle/>
        <a:p>
          <a:r>
            <a:rPr lang="en-US" spc="-40">
              <a:latin typeface="Tahoma"/>
              <a:cs typeface="Tahoma"/>
            </a:rPr>
            <a:t>Requires</a:t>
          </a:r>
          <a:r>
            <a:rPr lang="en-US" spc="-5">
              <a:latin typeface="Tahoma"/>
              <a:cs typeface="Tahoma"/>
            </a:rPr>
            <a:t> </a:t>
          </a:r>
          <a:r>
            <a:rPr lang="en-US" spc="-55">
              <a:latin typeface="Tahoma"/>
              <a:cs typeface="Tahoma"/>
            </a:rPr>
            <a:t>30-</a:t>
          </a:r>
          <a:r>
            <a:rPr lang="en-US" spc="-45">
              <a:latin typeface="Tahoma"/>
              <a:cs typeface="Tahoma"/>
            </a:rPr>
            <a:t>day</a:t>
          </a:r>
          <a:r>
            <a:rPr lang="en-US" spc="5">
              <a:latin typeface="Tahoma"/>
              <a:cs typeface="Tahoma"/>
            </a:rPr>
            <a:t> </a:t>
          </a:r>
          <a:r>
            <a:rPr lang="en-US" spc="-25">
              <a:latin typeface="Tahoma"/>
              <a:cs typeface="Tahoma"/>
            </a:rPr>
            <a:t>historical</a:t>
          </a:r>
          <a:r>
            <a:rPr lang="en-US">
              <a:latin typeface="Tahoma"/>
              <a:cs typeface="Tahoma"/>
            </a:rPr>
            <a:t> </a:t>
          </a:r>
          <a:r>
            <a:rPr lang="en-US" spc="-20">
              <a:latin typeface="Tahoma"/>
              <a:cs typeface="Tahoma"/>
            </a:rPr>
            <a:t>data</a:t>
          </a:r>
          <a:endParaRPr lang="en-US" dirty="0">
            <a:latin typeface="Tahoma"/>
            <a:cs typeface="Tahoma"/>
          </a:endParaRPr>
        </a:p>
      </dgm:t>
    </dgm:pt>
    <dgm:pt modelId="{60EE855E-8130-48EA-8C89-E07B0B767DB3}" type="parTrans" cxnId="{E22E74CC-00D0-4EF3-B4B5-F1E24A7CAC6E}">
      <dgm:prSet/>
      <dgm:spPr/>
      <dgm:t>
        <a:bodyPr/>
        <a:lstStyle/>
        <a:p>
          <a:endParaRPr lang="en-US"/>
        </a:p>
      </dgm:t>
    </dgm:pt>
    <dgm:pt modelId="{53BFDB46-E92C-4972-B871-B40C8EB80E6B}" type="sibTrans" cxnId="{E22E74CC-00D0-4EF3-B4B5-F1E24A7CAC6E}">
      <dgm:prSet/>
      <dgm:spPr/>
      <dgm:t>
        <a:bodyPr/>
        <a:lstStyle/>
        <a:p>
          <a:endParaRPr lang="en-US"/>
        </a:p>
      </dgm:t>
    </dgm:pt>
    <dgm:pt modelId="{00D92F15-5FB3-4441-8855-98ADE3811C74}">
      <dgm:prSet/>
      <dgm:spPr/>
      <dgm:t>
        <a:bodyPr/>
        <a:lstStyle/>
        <a:p>
          <a:r>
            <a:rPr lang="en-US" spc="-10" dirty="0">
              <a:latin typeface="Tahoma"/>
              <a:cs typeface="Tahoma"/>
            </a:rPr>
            <a:t>Limited</a:t>
          </a:r>
          <a:r>
            <a:rPr lang="en-US" spc="-20" dirty="0">
              <a:latin typeface="Tahoma"/>
              <a:cs typeface="Tahoma"/>
            </a:rPr>
            <a:t> </a:t>
          </a:r>
          <a:r>
            <a:rPr lang="en-US" dirty="0">
              <a:latin typeface="Tahoma"/>
              <a:cs typeface="Tahoma"/>
            </a:rPr>
            <a:t>to</a:t>
          </a:r>
          <a:r>
            <a:rPr lang="en-US" spc="-15" dirty="0">
              <a:latin typeface="Tahoma"/>
              <a:cs typeface="Tahoma"/>
            </a:rPr>
            <a:t> </a:t>
          </a:r>
          <a:r>
            <a:rPr lang="en-US" spc="-20" dirty="0">
              <a:latin typeface="Tahoma"/>
              <a:cs typeface="Tahoma"/>
            </a:rPr>
            <a:t>rotational</a:t>
          </a:r>
          <a:r>
            <a:rPr lang="en-US" spc="-15" dirty="0">
              <a:latin typeface="Tahoma"/>
              <a:cs typeface="Tahoma"/>
            </a:rPr>
            <a:t> </a:t>
          </a:r>
          <a:r>
            <a:rPr lang="en-US" spc="-10" dirty="0">
              <a:latin typeface="Tahoma"/>
              <a:cs typeface="Tahoma"/>
            </a:rPr>
            <a:t>machinery</a:t>
          </a:r>
          <a:endParaRPr lang="en-US" dirty="0">
            <a:latin typeface="Tahoma"/>
            <a:cs typeface="Tahoma"/>
          </a:endParaRPr>
        </a:p>
      </dgm:t>
    </dgm:pt>
    <dgm:pt modelId="{92F05FAA-A74A-4BC0-9F73-00C85CF54C40}" type="parTrans" cxnId="{4866B09A-C91E-4E25-85F3-25C57F818756}">
      <dgm:prSet/>
      <dgm:spPr/>
      <dgm:t>
        <a:bodyPr/>
        <a:lstStyle/>
        <a:p>
          <a:endParaRPr lang="en-US"/>
        </a:p>
      </dgm:t>
    </dgm:pt>
    <dgm:pt modelId="{0E7BCFE3-536F-437B-B46D-B7B374A129F5}" type="sibTrans" cxnId="{4866B09A-C91E-4E25-85F3-25C57F818756}">
      <dgm:prSet/>
      <dgm:spPr/>
      <dgm:t>
        <a:bodyPr/>
        <a:lstStyle/>
        <a:p>
          <a:endParaRPr lang="en-US"/>
        </a:p>
      </dgm:t>
    </dgm:pt>
    <dgm:pt modelId="{D8350150-5C85-43EA-A7B8-7B651F09415B}">
      <dgm:prSet/>
      <dgm:spPr/>
      <dgm:t>
        <a:bodyPr/>
        <a:lstStyle/>
        <a:p>
          <a:r>
            <a:rPr lang="en-US" spc="-50">
              <a:latin typeface="Tahoma"/>
              <a:cs typeface="Tahoma"/>
            </a:rPr>
            <a:t>Shows</a:t>
          </a:r>
          <a:r>
            <a:rPr lang="en-US" spc="-10">
              <a:latin typeface="Tahoma"/>
              <a:cs typeface="Tahoma"/>
            </a:rPr>
            <a:t> </a:t>
          </a:r>
          <a:r>
            <a:rPr lang="en-US" spc="-35">
              <a:latin typeface="Tahoma"/>
              <a:cs typeface="Tahoma"/>
            </a:rPr>
            <a:t>complete</a:t>
          </a:r>
          <a:r>
            <a:rPr lang="en-US" spc="-5">
              <a:latin typeface="Tahoma"/>
              <a:cs typeface="Tahoma"/>
            </a:rPr>
            <a:t> </a:t>
          </a:r>
          <a:r>
            <a:rPr lang="en-US" spc="-45">
              <a:latin typeface="Tahoma"/>
              <a:cs typeface="Tahoma"/>
            </a:rPr>
            <a:t>system</a:t>
          </a:r>
          <a:r>
            <a:rPr lang="en-US" spc="-15">
              <a:latin typeface="Tahoma"/>
              <a:cs typeface="Tahoma"/>
            </a:rPr>
            <a:t> </a:t>
          </a:r>
          <a:r>
            <a:rPr lang="en-US" spc="-10">
              <a:latin typeface="Tahoma"/>
              <a:cs typeface="Tahoma"/>
            </a:rPr>
            <a:t>workflow</a:t>
          </a:r>
          <a:endParaRPr lang="en-US" dirty="0">
            <a:latin typeface="Tahoma"/>
            <a:cs typeface="Tahoma"/>
          </a:endParaRPr>
        </a:p>
      </dgm:t>
    </dgm:pt>
    <dgm:pt modelId="{7D5ED5D5-70F2-4053-AFE5-8FAE4E84D5C3}" type="parTrans" cxnId="{ABF53C5A-3D23-42FE-9FD1-CCD5CB8E6BB8}">
      <dgm:prSet/>
      <dgm:spPr/>
      <dgm:t>
        <a:bodyPr/>
        <a:lstStyle/>
        <a:p>
          <a:endParaRPr lang="en-US"/>
        </a:p>
      </dgm:t>
    </dgm:pt>
    <dgm:pt modelId="{A9DFE68A-1D08-4A64-9010-C189EF69A692}" type="sibTrans" cxnId="{ABF53C5A-3D23-42FE-9FD1-CCD5CB8E6BB8}">
      <dgm:prSet/>
      <dgm:spPr/>
      <dgm:t>
        <a:bodyPr/>
        <a:lstStyle/>
        <a:p>
          <a:endParaRPr lang="en-US"/>
        </a:p>
      </dgm:t>
    </dgm:pt>
    <dgm:pt modelId="{75B51CF8-5CA4-4602-ABC4-BF60D74CC539}">
      <dgm:prSet/>
      <dgm:spPr/>
      <dgm:t>
        <a:bodyPr/>
        <a:lstStyle/>
        <a:p>
          <a:r>
            <a:rPr lang="en-US" spc="-35">
              <a:latin typeface="Tahoma"/>
              <a:cs typeface="Tahoma"/>
            </a:rPr>
            <a:t>Real-</a:t>
          </a:r>
          <a:r>
            <a:rPr lang="en-US" spc="-10">
              <a:latin typeface="Tahoma"/>
              <a:cs typeface="Tahoma"/>
            </a:rPr>
            <a:t>time</a:t>
          </a:r>
          <a:r>
            <a:rPr lang="en-US" spc="-25">
              <a:latin typeface="Tahoma"/>
              <a:cs typeface="Tahoma"/>
            </a:rPr>
            <a:t> </a:t>
          </a:r>
          <a:r>
            <a:rPr lang="en-US" spc="-10">
              <a:latin typeface="Tahoma"/>
              <a:cs typeface="Tahoma"/>
            </a:rPr>
            <a:t>predictions</a:t>
          </a:r>
          <a:endParaRPr lang="en-US" dirty="0">
            <a:latin typeface="Tahoma"/>
            <a:cs typeface="Tahoma"/>
          </a:endParaRPr>
        </a:p>
      </dgm:t>
    </dgm:pt>
    <dgm:pt modelId="{07B0B060-8C00-494B-BEFE-BD93045A7BEF}" type="parTrans" cxnId="{1E7FADB4-3390-43A8-B51E-94AA55776723}">
      <dgm:prSet/>
      <dgm:spPr/>
      <dgm:t>
        <a:bodyPr/>
        <a:lstStyle/>
        <a:p>
          <a:endParaRPr lang="en-US"/>
        </a:p>
      </dgm:t>
    </dgm:pt>
    <dgm:pt modelId="{FF08218E-B26C-4CE2-96F2-3CEFE9C4035A}" type="sibTrans" cxnId="{1E7FADB4-3390-43A8-B51E-94AA55776723}">
      <dgm:prSet/>
      <dgm:spPr/>
      <dgm:t>
        <a:bodyPr/>
        <a:lstStyle/>
        <a:p>
          <a:endParaRPr lang="en-US"/>
        </a:p>
      </dgm:t>
    </dgm:pt>
    <dgm:pt modelId="{92D3DEFE-C580-4B00-BC14-69C51C069BAF}">
      <dgm:prSet/>
      <dgm:spPr/>
      <dgm:t>
        <a:bodyPr/>
        <a:lstStyle/>
        <a:p>
          <a:r>
            <a:rPr lang="en-US" dirty="0">
              <a:latin typeface="Tahoma"/>
              <a:cs typeface="Tahoma"/>
            </a:rPr>
            <a:t>Alert</a:t>
          </a:r>
          <a:r>
            <a:rPr lang="en-US" spc="-10" dirty="0">
              <a:latin typeface="Tahoma"/>
              <a:cs typeface="Tahoma"/>
            </a:rPr>
            <a:t> generation</a:t>
          </a:r>
          <a:endParaRPr lang="en-US" dirty="0">
            <a:latin typeface="Tahoma"/>
            <a:cs typeface="Tahoma"/>
          </a:endParaRPr>
        </a:p>
      </dgm:t>
    </dgm:pt>
    <dgm:pt modelId="{1BDBD7FC-ADC4-4835-A06C-E17873952A6E}" type="parTrans" cxnId="{F432D1B8-A6B8-49F1-9615-638B3185A61A}">
      <dgm:prSet/>
      <dgm:spPr/>
      <dgm:t>
        <a:bodyPr/>
        <a:lstStyle/>
        <a:p>
          <a:endParaRPr lang="en-US"/>
        </a:p>
      </dgm:t>
    </dgm:pt>
    <dgm:pt modelId="{1777BB7F-A17C-4843-BD04-14E1984BD9A5}" type="sibTrans" cxnId="{F432D1B8-A6B8-49F1-9615-638B3185A61A}">
      <dgm:prSet/>
      <dgm:spPr/>
      <dgm:t>
        <a:bodyPr/>
        <a:lstStyle/>
        <a:p>
          <a:endParaRPr lang="en-US"/>
        </a:p>
      </dgm:t>
    </dgm:pt>
    <dgm:pt modelId="{D358CBCE-E3AC-4A02-AF96-F8CCDD0CF379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>
              <a:latin typeface="Tahoma"/>
              <a:cs typeface="Tahoma"/>
            </a:rPr>
            <a:t>Multi-</a:t>
          </a:r>
          <a:r>
            <a:rPr lang="en-US" spc="-25" dirty="0">
              <a:latin typeface="Tahoma"/>
              <a:cs typeface="Tahoma"/>
            </a:rPr>
            <a:t>failure</a:t>
          </a:r>
          <a:r>
            <a:rPr lang="en-US" spc="35" dirty="0">
              <a:latin typeface="Tahoma"/>
              <a:cs typeface="Tahoma"/>
            </a:rPr>
            <a:t> </a:t>
          </a:r>
          <a:r>
            <a:rPr lang="en-US" spc="-10" dirty="0">
              <a:latin typeface="Tahoma"/>
              <a:cs typeface="Tahoma"/>
            </a:rPr>
            <a:t>detection</a:t>
          </a:r>
          <a:endParaRPr lang="en-US" dirty="0">
            <a:latin typeface="Tahoma"/>
            <a:cs typeface="Tahoma"/>
          </a:endParaRPr>
        </a:p>
      </dgm:t>
    </dgm:pt>
    <dgm:pt modelId="{FC4AB608-0FFB-4C9F-B013-366C917807B6}" type="parTrans" cxnId="{333AD5E1-8EFD-4478-BF1C-75F75301A179}">
      <dgm:prSet/>
      <dgm:spPr/>
      <dgm:t>
        <a:bodyPr/>
        <a:lstStyle/>
        <a:p>
          <a:endParaRPr lang="en-US"/>
        </a:p>
      </dgm:t>
    </dgm:pt>
    <dgm:pt modelId="{098C9D2F-5FD6-4AE2-89FE-8FBE42CC7B67}" type="sibTrans" cxnId="{333AD5E1-8EFD-4478-BF1C-75F75301A179}">
      <dgm:prSet/>
      <dgm:spPr/>
      <dgm:t>
        <a:bodyPr/>
        <a:lstStyle/>
        <a:p>
          <a:endParaRPr lang="en-US"/>
        </a:p>
      </dgm:t>
    </dgm:pt>
    <dgm:pt modelId="{ED7B941D-AC05-4635-8FF3-AE91575F042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spc="-20" dirty="0">
              <a:latin typeface="Tahoma"/>
              <a:cs typeface="Tahoma"/>
            </a:rPr>
            <a:t>Web</a:t>
          </a:r>
          <a:r>
            <a:rPr lang="en-US" spc="-45" dirty="0">
              <a:latin typeface="Tahoma"/>
              <a:cs typeface="Tahoma"/>
            </a:rPr>
            <a:t> </a:t>
          </a:r>
          <a:r>
            <a:rPr lang="en-US" spc="-10" dirty="0">
              <a:latin typeface="Tahoma"/>
              <a:cs typeface="Tahoma"/>
            </a:rPr>
            <a:t>dashboard</a:t>
          </a:r>
          <a:endParaRPr lang="en-US" dirty="0">
            <a:latin typeface="Tahoma"/>
            <a:cs typeface="Tahoma"/>
          </a:endParaRPr>
        </a:p>
      </dgm:t>
    </dgm:pt>
    <dgm:pt modelId="{4A18123D-C31A-405C-8284-F1B389C609D9}" type="parTrans" cxnId="{AC20DCFE-11F1-4D7A-ADAF-BD4CD0CD90C3}">
      <dgm:prSet/>
      <dgm:spPr/>
      <dgm:t>
        <a:bodyPr/>
        <a:lstStyle/>
        <a:p>
          <a:endParaRPr lang="en-US"/>
        </a:p>
      </dgm:t>
    </dgm:pt>
    <dgm:pt modelId="{92B4A3DA-5E4A-4D2E-85E6-E69B93D81F23}" type="sibTrans" cxnId="{AC20DCFE-11F1-4D7A-ADAF-BD4CD0CD90C3}">
      <dgm:prSet/>
      <dgm:spPr/>
      <dgm:t>
        <a:bodyPr/>
        <a:lstStyle/>
        <a:p>
          <a:endParaRPr lang="en-US"/>
        </a:p>
      </dgm:t>
    </dgm:pt>
    <dgm:pt modelId="{9E67FBEE-096E-4580-A2C0-4ECC3499041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spc="-20" dirty="0">
              <a:latin typeface="Tahoma"/>
              <a:cs typeface="Tahoma"/>
            </a:rPr>
            <a:t>Edge</a:t>
          </a:r>
          <a:r>
            <a:rPr lang="en-US" spc="-55" dirty="0">
              <a:latin typeface="Tahoma"/>
              <a:cs typeface="Tahoma"/>
            </a:rPr>
            <a:t> </a:t>
          </a:r>
          <a:r>
            <a:rPr lang="en-US" spc="-10" dirty="0">
              <a:latin typeface="Tahoma"/>
              <a:cs typeface="Tahoma"/>
            </a:rPr>
            <a:t>deployment</a:t>
          </a:r>
          <a:endParaRPr lang="en-US" dirty="0">
            <a:latin typeface="Tahoma"/>
            <a:cs typeface="Tahoma"/>
          </a:endParaRPr>
        </a:p>
      </dgm:t>
    </dgm:pt>
    <dgm:pt modelId="{39F6CEA2-6CE2-4661-B7FB-112EFCC5623F}" type="parTrans" cxnId="{C018BEFB-2F24-486F-84C3-1130A6DE3E79}">
      <dgm:prSet/>
      <dgm:spPr/>
      <dgm:t>
        <a:bodyPr/>
        <a:lstStyle/>
        <a:p>
          <a:endParaRPr lang="en-US"/>
        </a:p>
      </dgm:t>
    </dgm:pt>
    <dgm:pt modelId="{28F51DB1-FD16-4786-BB59-B3DED09EB7F2}" type="sibTrans" cxnId="{C018BEFB-2F24-486F-84C3-1130A6DE3E79}">
      <dgm:prSet/>
      <dgm:spPr/>
      <dgm:t>
        <a:bodyPr/>
        <a:lstStyle/>
        <a:p>
          <a:endParaRPr lang="en-US"/>
        </a:p>
      </dgm:t>
    </dgm:pt>
    <dgm:pt modelId="{5E5ABCEB-F75F-4549-8CF3-A168C4D1FBEF}" type="pres">
      <dgm:prSet presAssocID="{F0CD44B3-4EB1-4BDD-AE92-218805903512}" presName="Name0" presStyleCnt="0">
        <dgm:presLayoutVars>
          <dgm:dir/>
          <dgm:animLvl val="lvl"/>
          <dgm:resizeHandles val="exact"/>
        </dgm:presLayoutVars>
      </dgm:prSet>
      <dgm:spPr/>
    </dgm:pt>
    <dgm:pt modelId="{C02518F8-7D89-41DF-B565-F125FDC722F4}" type="pres">
      <dgm:prSet presAssocID="{C5E1AC9D-A80D-4524-9EEC-7854886D1054}" presName="composite" presStyleCnt="0"/>
      <dgm:spPr/>
    </dgm:pt>
    <dgm:pt modelId="{3955E6E3-70C3-4CA9-A9F4-1A136F35F056}" type="pres">
      <dgm:prSet presAssocID="{C5E1AC9D-A80D-4524-9EEC-7854886D1054}" presName="parTx" presStyleLbl="alignNode1" presStyleIdx="0" presStyleCnt="4" custScaleX="118132">
        <dgm:presLayoutVars>
          <dgm:chMax val="0"/>
          <dgm:chPref val="0"/>
          <dgm:bulletEnabled val="1"/>
        </dgm:presLayoutVars>
      </dgm:prSet>
      <dgm:spPr/>
    </dgm:pt>
    <dgm:pt modelId="{B2C9EF9F-6A4C-449A-91B4-D27428F1C4D9}" type="pres">
      <dgm:prSet presAssocID="{C5E1AC9D-A80D-4524-9EEC-7854886D1054}" presName="desTx" presStyleLbl="alignAccFollowNode1" presStyleIdx="0" presStyleCnt="4" custScaleX="117274">
        <dgm:presLayoutVars>
          <dgm:bulletEnabled val="1"/>
        </dgm:presLayoutVars>
      </dgm:prSet>
      <dgm:spPr/>
    </dgm:pt>
    <dgm:pt modelId="{D49A9DED-61DF-41F1-8276-8EDF631FC0C1}" type="pres">
      <dgm:prSet presAssocID="{3F6F2E34-85A7-4B55-81F2-82B7F9ED8C68}" presName="space" presStyleCnt="0"/>
      <dgm:spPr/>
    </dgm:pt>
    <dgm:pt modelId="{3EA0C0F1-7D5B-4B4D-BD57-62B343F19265}" type="pres">
      <dgm:prSet presAssocID="{F2610516-7CBD-44F4-98A1-8FF366BE80D3}" presName="composite" presStyleCnt="0"/>
      <dgm:spPr/>
    </dgm:pt>
    <dgm:pt modelId="{4BB7001D-A1EB-4743-97CA-53C28945D135}" type="pres">
      <dgm:prSet presAssocID="{F2610516-7CBD-44F4-98A1-8FF366BE80D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A034B32-5D95-49B4-B1F5-F0C398904191}" type="pres">
      <dgm:prSet presAssocID="{F2610516-7CBD-44F4-98A1-8FF366BE80D3}" presName="desTx" presStyleLbl="alignAccFollowNode1" presStyleIdx="1" presStyleCnt="4">
        <dgm:presLayoutVars>
          <dgm:bulletEnabled val="1"/>
        </dgm:presLayoutVars>
      </dgm:prSet>
      <dgm:spPr/>
    </dgm:pt>
    <dgm:pt modelId="{BCF8F195-2AEC-4CDD-B9CE-F5BE0836D2CB}" type="pres">
      <dgm:prSet presAssocID="{BC097F02-F464-424D-B6B9-77566B1EE461}" presName="space" presStyleCnt="0"/>
      <dgm:spPr/>
    </dgm:pt>
    <dgm:pt modelId="{CBE51C82-312F-4809-BF34-8E8720643A0C}" type="pres">
      <dgm:prSet presAssocID="{1A6D0AEC-8C25-4007-AB58-C5650C117ECF}" presName="composite" presStyleCnt="0"/>
      <dgm:spPr/>
    </dgm:pt>
    <dgm:pt modelId="{7EE230A5-271B-4E38-8278-C2B93FDC55FC}" type="pres">
      <dgm:prSet presAssocID="{1A6D0AEC-8C25-4007-AB58-C5650C117EC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6C36DC3-B72C-4A63-8939-D6E4B3ED9235}" type="pres">
      <dgm:prSet presAssocID="{1A6D0AEC-8C25-4007-AB58-C5650C117ECF}" presName="desTx" presStyleLbl="alignAccFollowNode1" presStyleIdx="2" presStyleCnt="4">
        <dgm:presLayoutVars>
          <dgm:bulletEnabled val="1"/>
        </dgm:presLayoutVars>
      </dgm:prSet>
      <dgm:spPr/>
    </dgm:pt>
    <dgm:pt modelId="{9DA947D5-A428-4CDB-A136-F5C0356C7F33}" type="pres">
      <dgm:prSet presAssocID="{7E5692F7-80DB-421A-AF08-5C90DEBBA7C0}" presName="space" presStyleCnt="0"/>
      <dgm:spPr/>
    </dgm:pt>
    <dgm:pt modelId="{6674A250-6C13-4BC3-9B2F-F67C5D0E649B}" type="pres">
      <dgm:prSet presAssocID="{ED1EB406-4845-4368-B41B-523FC0C6F2C4}" presName="composite" presStyleCnt="0"/>
      <dgm:spPr/>
    </dgm:pt>
    <dgm:pt modelId="{E02AF409-EEBB-405F-8C12-3233C4359E3E}" type="pres">
      <dgm:prSet presAssocID="{ED1EB406-4845-4368-B41B-523FC0C6F2C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E0DBA532-EF9D-4C75-B00C-E0DF9435016B}" type="pres">
      <dgm:prSet presAssocID="{ED1EB406-4845-4368-B41B-523FC0C6F2C4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FAB8214-FC67-47F2-998F-6455998D3079}" srcId="{C5E1AC9D-A80D-4524-9EEC-7854886D1054}" destId="{10B2BF2C-2DFD-4BFD-A342-C54293FB7EFD}" srcOrd="3" destOrd="0" parTransId="{8EAC4372-AEEB-42A9-8D6E-0F2241AA6BEF}" sibTransId="{53CE45E5-9768-466A-9FE8-6DE14A013616}"/>
    <dgm:cxn modelId="{C4068526-EBB5-437C-99C4-9C1D222EE1C3}" type="presOf" srcId="{F2610516-7CBD-44F4-98A1-8FF366BE80D3}" destId="{4BB7001D-A1EB-4743-97CA-53C28945D135}" srcOrd="0" destOrd="0" presId="urn:microsoft.com/office/officeart/2005/8/layout/hList1"/>
    <dgm:cxn modelId="{8C4AD326-E263-4ECE-A8F8-E8F8FDDE3843}" srcId="{C5E1AC9D-A80D-4524-9EEC-7854886D1054}" destId="{BDE0310A-D682-4FDE-8E4D-294790400DA5}" srcOrd="5" destOrd="0" parTransId="{A7B70B52-79E6-485B-B446-990F70EE8AD7}" sibTransId="{107FAC0E-C7CD-4E86-B7EB-02062930DA60}"/>
    <dgm:cxn modelId="{8F41DA31-B6BD-4B72-8311-EF58D2E8D5A8}" type="presOf" srcId="{94B721BF-8E20-4DDD-9828-8A74A52573BC}" destId="{B2C9EF9F-6A4C-449A-91B4-D27428F1C4D9}" srcOrd="0" destOrd="1" presId="urn:microsoft.com/office/officeart/2005/8/layout/hList1"/>
    <dgm:cxn modelId="{06184E33-C72B-49A8-BB5C-56425967A88E}" srcId="{ED1EB406-4845-4368-B41B-523FC0C6F2C4}" destId="{A3AFAD75-A919-4D94-AB06-BDC22C9B945C}" srcOrd="0" destOrd="0" parTransId="{E3CE7BAA-D4CD-488C-B69E-9C792CF1AF79}" sibTransId="{342D43FE-DC1C-4724-A776-674C3E7FD034}"/>
    <dgm:cxn modelId="{ACCA2B34-DE4E-4639-88C4-AA8E4267D5BA}" srcId="{C5E1AC9D-A80D-4524-9EEC-7854886D1054}" destId="{477234B2-6705-4260-AFE4-D58B3C6DE914}" srcOrd="0" destOrd="0" parTransId="{EC1C0976-4458-4113-AD77-E3D7C222DEFD}" sibTransId="{ABCEE385-C388-478C-9D24-045FA508CD1F}"/>
    <dgm:cxn modelId="{EB5DD13C-C644-4A71-AC10-12FA64AFAC00}" type="presOf" srcId="{862E2822-F774-43B8-B268-063FA71F8FFD}" destId="{B2C9EF9F-6A4C-449A-91B4-D27428F1C4D9}" srcOrd="0" destOrd="2" presId="urn:microsoft.com/office/officeart/2005/8/layout/hList1"/>
    <dgm:cxn modelId="{ADDA1B5F-0B64-4E1F-A439-05A2036E178F}" type="presOf" srcId="{75B51CF8-5CA4-4602-ABC4-BF60D74CC539}" destId="{86C36DC3-B72C-4A63-8939-D6E4B3ED9235}" srcOrd="0" destOrd="2" presId="urn:microsoft.com/office/officeart/2005/8/layout/hList1"/>
    <dgm:cxn modelId="{76843D62-C190-4A1C-83DD-6674254567A9}" type="presOf" srcId="{BDE0310A-D682-4FDE-8E4D-294790400DA5}" destId="{B2C9EF9F-6A4C-449A-91B4-D27428F1C4D9}" srcOrd="0" destOrd="5" presId="urn:microsoft.com/office/officeart/2005/8/layout/hList1"/>
    <dgm:cxn modelId="{497E4748-A4B2-4BE6-BD33-E7E049675942}" srcId="{C5E1AC9D-A80D-4524-9EEC-7854886D1054}" destId="{862E2822-F774-43B8-B268-063FA71F8FFD}" srcOrd="2" destOrd="0" parTransId="{8703358E-CB7B-4BA1-A184-EFEF3CD0BD1C}" sibTransId="{DB24F7BC-CC5D-461F-995B-E7A392E1FF31}"/>
    <dgm:cxn modelId="{C08CCF68-607E-4402-9F1D-F7B682290EBB}" srcId="{F2610516-7CBD-44F4-98A1-8FF366BE80D3}" destId="{B32508D1-F50A-4E17-B837-2FACF4113E49}" srcOrd="0" destOrd="0" parTransId="{E2AD77FC-34DB-4D2F-8D97-84C8B4E92B2B}" sibTransId="{C88DBC37-95FC-4C8E-A254-17C8834F7D1B}"/>
    <dgm:cxn modelId="{8F2FFF6A-1553-4326-ABBC-9F8266CA879E}" type="presOf" srcId="{1A6D0AEC-8C25-4007-AB58-C5650C117ECF}" destId="{7EE230A5-271B-4E38-8278-C2B93FDC55FC}" srcOrd="0" destOrd="0" presId="urn:microsoft.com/office/officeart/2005/8/layout/hList1"/>
    <dgm:cxn modelId="{14D8E44E-4040-435A-B5D4-1B4731393CE0}" srcId="{F0CD44B3-4EB1-4BDD-AE92-218805903512}" destId="{F2610516-7CBD-44F4-98A1-8FF366BE80D3}" srcOrd="1" destOrd="0" parTransId="{94D57277-A501-436A-BBF4-2B23D57B9EA8}" sibTransId="{BC097F02-F464-424D-B6B9-77566B1EE461}"/>
    <dgm:cxn modelId="{DF238A53-9388-410F-8190-D9BFADEF685A}" type="presOf" srcId="{C5E1AC9D-A80D-4524-9EEC-7854886D1054}" destId="{3955E6E3-70C3-4CA9-A9F4-1A136F35F056}" srcOrd="0" destOrd="0" presId="urn:microsoft.com/office/officeart/2005/8/layout/hList1"/>
    <dgm:cxn modelId="{65FE2375-0F53-4637-8B77-F329F2FFE90A}" type="presOf" srcId="{ED7B941D-AC05-4635-8FF3-AE91575F042C}" destId="{E0DBA532-EF9D-4C75-B00C-E0DF9435016B}" srcOrd="0" destOrd="2" presId="urn:microsoft.com/office/officeart/2005/8/layout/hList1"/>
    <dgm:cxn modelId="{49776F56-E613-4BD2-BB8A-F7FA3FB402D7}" type="presOf" srcId="{10B2BF2C-2DFD-4BFD-A342-C54293FB7EFD}" destId="{B2C9EF9F-6A4C-449A-91B4-D27428F1C4D9}" srcOrd="0" destOrd="3" presId="urn:microsoft.com/office/officeart/2005/8/layout/hList1"/>
    <dgm:cxn modelId="{68160957-4FF3-4603-8449-6AC5E0B87FA3}" srcId="{F0CD44B3-4EB1-4BDD-AE92-218805903512}" destId="{1A6D0AEC-8C25-4007-AB58-C5650C117ECF}" srcOrd="2" destOrd="0" parTransId="{175A4852-FBC8-49CA-BF93-5D9FDB8AFA55}" sibTransId="{7E5692F7-80DB-421A-AF08-5C90DEBBA7C0}"/>
    <dgm:cxn modelId="{ABF53C5A-3D23-42FE-9FD1-CCD5CB8E6BB8}" srcId="{1A6D0AEC-8C25-4007-AB58-C5650C117ECF}" destId="{D8350150-5C85-43EA-A7B8-7B651F09415B}" srcOrd="1" destOrd="0" parTransId="{7D5ED5D5-70F2-4053-AFE5-8FAE4E84D5C3}" sibTransId="{A9DFE68A-1D08-4A64-9010-C189EF69A692}"/>
    <dgm:cxn modelId="{15CDAB82-58F8-4A0F-A341-A6726D08E95D}" srcId="{F0CD44B3-4EB1-4BDD-AE92-218805903512}" destId="{ED1EB406-4845-4368-B41B-523FC0C6F2C4}" srcOrd="3" destOrd="0" parTransId="{0EF734A1-8032-488F-9095-232913454320}" sibTransId="{5857618F-E915-43FA-83AA-3E84DAB2BAFF}"/>
    <dgm:cxn modelId="{8312B382-17F7-403F-B619-9ADCB87131F8}" type="presOf" srcId="{D8350150-5C85-43EA-A7B8-7B651F09415B}" destId="{86C36DC3-B72C-4A63-8939-D6E4B3ED9235}" srcOrd="0" destOrd="1" presId="urn:microsoft.com/office/officeart/2005/8/layout/hList1"/>
    <dgm:cxn modelId="{E68EFB83-FAEA-40A1-B255-103106C4EF72}" srcId="{F0CD44B3-4EB1-4BDD-AE92-218805903512}" destId="{C5E1AC9D-A80D-4524-9EEC-7854886D1054}" srcOrd="0" destOrd="0" parTransId="{C0C72E23-F1ED-4820-B785-08E2D04D82A7}" sibTransId="{3F6F2E34-85A7-4B55-81F2-82B7F9ED8C68}"/>
    <dgm:cxn modelId="{018C0692-6CCC-4C66-B3DA-96B1D4878C89}" srcId="{C5E1AC9D-A80D-4524-9EEC-7854886D1054}" destId="{94B721BF-8E20-4DDD-9828-8A74A52573BC}" srcOrd="1" destOrd="0" parTransId="{C95CE745-F092-441E-A776-A81E841A27A0}" sibTransId="{A9CA9C6E-44FD-429F-A544-7790BACA5941}"/>
    <dgm:cxn modelId="{98966F93-25EC-43BB-81DD-B83DAF822C70}" type="presOf" srcId="{C130EC4C-1D26-474D-B7FF-01050F52B384}" destId="{86C36DC3-B72C-4A63-8939-D6E4B3ED9235}" srcOrd="0" destOrd="0" presId="urn:microsoft.com/office/officeart/2005/8/layout/hList1"/>
    <dgm:cxn modelId="{8DDE9094-5FA7-41D8-BA1C-89414FBFBD24}" type="presOf" srcId="{477234B2-6705-4260-AFE4-D58B3C6DE914}" destId="{B2C9EF9F-6A4C-449A-91B4-D27428F1C4D9}" srcOrd="0" destOrd="0" presId="urn:microsoft.com/office/officeart/2005/8/layout/hList1"/>
    <dgm:cxn modelId="{5E78D098-5A12-4441-8AF2-C0658FB4AB89}" srcId="{F2610516-7CBD-44F4-98A1-8FF366BE80D3}" destId="{22B8CBA3-54F6-459E-8CDD-C67326D600C6}" srcOrd="1" destOrd="0" parTransId="{4C62298F-C913-4801-BA8B-43B06756AE5A}" sibTransId="{CB5B3CFB-0701-49E8-84A3-CD2099853E0C}"/>
    <dgm:cxn modelId="{4866B09A-C91E-4E25-85F3-25C57F818756}" srcId="{F2610516-7CBD-44F4-98A1-8FF366BE80D3}" destId="{00D92F15-5FB3-4441-8855-98ADE3811C74}" srcOrd="3" destOrd="0" parTransId="{92F05FAA-A74A-4BC0-9F73-00C85CF54C40}" sibTransId="{0E7BCFE3-536F-437B-B46D-B7B374A129F5}"/>
    <dgm:cxn modelId="{A72A1AA1-BCCB-45C9-859B-674B379D12C1}" type="presOf" srcId="{F0CD44B3-4EB1-4BDD-AE92-218805903512}" destId="{5E5ABCEB-F75F-4549-8CF3-A168C4D1FBEF}" srcOrd="0" destOrd="0" presId="urn:microsoft.com/office/officeart/2005/8/layout/hList1"/>
    <dgm:cxn modelId="{E3536CA5-4C7F-4B66-A733-20EC422B90A2}" srcId="{C5E1AC9D-A80D-4524-9EEC-7854886D1054}" destId="{810A1EE4-7171-4256-B161-4C0EC2CE0A9F}" srcOrd="4" destOrd="0" parTransId="{0C8F0F25-9EA5-41FC-8B09-558E89C84EDE}" sibTransId="{4431898B-4A70-4C6C-B053-971487A865B3}"/>
    <dgm:cxn modelId="{22C9F2A5-81FC-4BBC-9351-C304B23E35B7}" type="presOf" srcId="{22B8CBA3-54F6-459E-8CDD-C67326D600C6}" destId="{6A034B32-5D95-49B4-B1F5-F0C398904191}" srcOrd="0" destOrd="1" presId="urn:microsoft.com/office/officeart/2005/8/layout/hList1"/>
    <dgm:cxn modelId="{3A34B7A9-4F55-4C54-8973-FA90A006C3C3}" type="presOf" srcId="{ED1EB406-4845-4368-B41B-523FC0C6F2C4}" destId="{E02AF409-EEBB-405F-8C12-3233C4359E3E}" srcOrd="0" destOrd="0" presId="urn:microsoft.com/office/officeart/2005/8/layout/hList1"/>
    <dgm:cxn modelId="{99F617AF-EB4E-4C14-84D9-0881EC97ED1F}" type="presOf" srcId="{9E67FBEE-096E-4580-A2C0-4ECC34990417}" destId="{E0DBA532-EF9D-4C75-B00C-E0DF9435016B}" srcOrd="0" destOrd="3" presId="urn:microsoft.com/office/officeart/2005/8/layout/hList1"/>
    <dgm:cxn modelId="{CBAA4CB0-F242-4E7E-997D-7FCB1C097A96}" type="presOf" srcId="{A3AFAD75-A919-4D94-AB06-BDC22C9B945C}" destId="{E0DBA532-EF9D-4C75-B00C-E0DF9435016B}" srcOrd="0" destOrd="0" presId="urn:microsoft.com/office/officeart/2005/8/layout/hList1"/>
    <dgm:cxn modelId="{A74ECFB0-9E3D-4347-8B2F-A87924CD113E}" type="presOf" srcId="{706F8F8E-5022-49B8-9CB4-7D98957F4FBE}" destId="{6A034B32-5D95-49B4-B1F5-F0C398904191}" srcOrd="0" destOrd="2" presId="urn:microsoft.com/office/officeart/2005/8/layout/hList1"/>
    <dgm:cxn modelId="{1E7FADB4-3390-43A8-B51E-94AA55776723}" srcId="{1A6D0AEC-8C25-4007-AB58-C5650C117ECF}" destId="{75B51CF8-5CA4-4602-ABC4-BF60D74CC539}" srcOrd="2" destOrd="0" parTransId="{07B0B060-8C00-494B-BEFE-BD93045A7BEF}" sibTransId="{FF08218E-B26C-4CE2-96F2-3CEFE9C4035A}"/>
    <dgm:cxn modelId="{F432D1B8-A6B8-49F1-9615-638B3185A61A}" srcId="{1A6D0AEC-8C25-4007-AB58-C5650C117ECF}" destId="{92D3DEFE-C580-4B00-BC14-69C51C069BAF}" srcOrd="3" destOrd="0" parTransId="{1BDBD7FC-ADC4-4835-A06C-E17873952A6E}" sibTransId="{1777BB7F-A17C-4843-BD04-14E1984BD9A5}"/>
    <dgm:cxn modelId="{AD66F8BA-55D9-4D58-A784-B1296ACB33F3}" type="presOf" srcId="{810A1EE4-7171-4256-B161-4C0EC2CE0A9F}" destId="{B2C9EF9F-6A4C-449A-91B4-D27428F1C4D9}" srcOrd="0" destOrd="4" presId="urn:microsoft.com/office/officeart/2005/8/layout/hList1"/>
    <dgm:cxn modelId="{1DEE74BE-252D-46D6-90C5-58A29A1999AA}" type="presOf" srcId="{00D92F15-5FB3-4441-8855-98ADE3811C74}" destId="{6A034B32-5D95-49B4-B1F5-F0C398904191}" srcOrd="0" destOrd="3" presId="urn:microsoft.com/office/officeart/2005/8/layout/hList1"/>
    <dgm:cxn modelId="{3A7172C6-CE07-45F0-B70D-80A876D02340}" srcId="{1A6D0AEC-8C25-4007-AB58-C5650C117ECF}" destId="{C130EC4C-1D26-474D-B7FF-01050F52B384}" srcOrd="0" destOrd="0" parTransId="{6A7A4B84-E34F-4280-B848-7397A9ED6636}" sibTransId="{FE9F84F4-E4BA-4419-8C85-B5C3671E4B57}"/>
    <dgm:cxn modelId="{E22E74CC-00D0-4EF3-B4B5-F1E24A7CAC6E}" srcId="{F2610516-7CBD-44F4-98A1-8FF366BE80D3}" destId="{706F8F8E-5022-49B8-9CB4-7D98957F4FBE}" srcOrd="2" destOrd="0" parTransId="{60EE855E-8130-48EA-8C89-E07B0B767DB3}" sibTransId="{53BFDB46-E92C-4972-B871-B40C8EB80E6B}"/>
    <dgm:cxn modelId="{7D3EBBCF-BBEF-4DB9-8FAC-1ED892028B90}" type="presOf" srcId="{D358CBCE-E3AC-4A02-AF96-F8CCDD0CF379}" destId="{E0DBA532-EF9D-4C75-B00C-E0DF9435016B}" srcOrd="0" destOrd="1" presId="urn:microsoft.com/office/officeart/2005/8/layout/hList1"/>
    <dgm:cxn modelId="{94CC39DF-C9FE-48D7-B9DA-21A9383F7FAD}" type="presOf" srcId="{92D3DEFE-C580-4B00-BC14-69C51C069BAF}" destId="{86C36DC3-B72C-4A63-8939-D6E4B3ED9235}" srcOrd="0" destOrd="3" presId="urn:microsoft.com/office/officeart/2005/8/layout/hList1"/>
    <dgm:cxn modelId="{333AD5E1-8EFD-4478-BF1C-75F75301A179}" srcId="{ED1EB406-4845-4368-B41B-523FC0C6F2C4}" destId="{D358CBCE-E3AC-4A02-AF96-F8CCDD0CF379}" srcOrd="1" destOrd="0" parTransId="{FC4AB608-0FFB-4C9F-B013-366C917807B6}" sibTransId="{098C9D2F-5FD6-4AE2-89FE-8FBE42CC7B67}"/>
    <dgm:cxn modelId="{C7B98AF2-4484-4EEC-997B-C31AC5698001}" type="presOf" srcId="{B32508D1-F50A-4E17-B837-2FACF4113E49}" destId="{6A034B32-5D95-49B4-B1F5-F0C398904191}" srcOrd="0" destOrd="0" presId="urn:microsoft.com/office/officeart/2005/8/layout/hList1"/>
    <dgm:cxn modelId="{C018BEFB-2F24-486F-84C3-1130A6DE3E79}" srcId="{ED1EB406-4845-4368-B41B-523FC0C6F2C4}" destId="{9E67FBEE-096E-4580-A2C0-4ECC34990417}" srcOrd="3" destOrd="0" parTransId="{39F6CEA2-6CE2-4661-B7FB-112EFCC5623F}" sibTransId="{28F51DB1-FD16-4786-BB59-B3DED09EB7F2}"/>
    <dgm:cxn modelId="{AC20DCFE-11F1-4D7A-ADAF-BD4CD0CD90C3}" srcId="{ED1EB406-4845-4368-B41B-523FC0C6F2C4}" destId="{ED7B941D-AC05-4635-8FF3-AE91575F042C}" srcOrd="2" destOrd="0" parTransId="{4A18123D-C31A-405C-8284-F1B389C609D9}" sibTransId="{92B4A3DA-5E4A-4D2E-85E6-E69B93D81F23}"/>
    <dgm:cxn modelId="{57BA0A6E-2272-41C3-850E-80D9CF7D60B3}" type="presParOf" srcId="{5E5ABCEB-F75F-4549-8CF3-A168C4D1FBEF}" destId="{C02518F8-7D89-41DF-B565-F125FDC722F4}" srcOrd="0" destOrd="0" presId="urn:microsoft.com/office/officeart/2005/8/layout/hList1"/>
    <dgm:cxn modelId="{BE0441E2-A6A5-4C73-B299-0BB8DEEFFECB}" type="presParOf" srcId="{C02518F8-7D89-41DF-B565-F125FDC722F4}" destId="{3955E6E3-70C3-4CA9-A9F4-1A136F35F056}" srcOrd="0" destOrd="0" presId="urn:microsoft.com/office/officeart/2005/8/layout/hList1"/>
    <dgm:cxn modelId="{2094CF45-FEB1-41DE-BA2F-D6629CBFA8A7}" type="presParOf" srcId="{C02518F8-7D89-41DF-B565-F125FDC722F4}" destId="{B2C9EF9F-6A4C-449A-91B4-D27428F1C4D9}" srcOrd="1" destOrd="0" presId="urn:microsoft.com/office/officeart/2005/8/layout/hList1"/>
    <dgm:cxn modelId="{741746BB-BBAE-4A74-A754-F6106E410903}" type="presParOf" srcId="{5E5ABCEB-F75F-4549-8CF3-A168C4D1FBEF}" destId="{D49A9DED-61DF-41F1-8276-8EDF631FC0C1}" srcOrd="1" destOrd="0" presId="urn:microsoft.com/office/officeart/2005/8/layout/hList1"/>
    <dgm:cxn modelId="{508B1486-8B99-40D3-875F-7AFB3E6E4CD9}" type="presParOf" srcId="{5E5ABCEB-F75F-4549-8CF3-A168C4D1FBEF}" destId="{3EA0C0F1-7D5B-4B4D-BD57-62B343F19265}" srcOrd="2" destOrd="0" presId="urn:microsoft.com/office/officeart/2005/8/layout/hList1"/>
    <dgm:cxn modelId="{02B1F205-E2DE-4DD1-8672-4990F7E52416}" type="presParOf" srcId="{3EA0C0F1-7D5B-4B4D-BD57-62B343F19265}" destId="{4BB7001D-A1EB-4743-97CA-53C28945D135}" srcOrd="0" destOrd="0" presId="urn:microsoft.com/office/officeart/2005/8/layout/hList1"/>
    <dgm:cxn modelId="{E7749C2B-4E17-4B08-A11F-091CA2503750}" type="presParOf" srcId="{3EA0C0F1-7D5B-4B4D-BD57-62B343F19265}" destId="{6A034B32-5D95-49B4-B1F5-F0C398904191}" srcOrd="1" destOrd="0" presId="urn:microsoft.com/office/officeart/2005/8/layout/hList1"/>
    <dgm:cxn modelId="{F67241F9-E6D3-4591-87F8-90A5C3D7CFBA}" type="presParOf" srcId="{5E5ABCEB-F75F-4549-8CF3-A168C4D1FBEF}" destId="{BCF8F195-2AEC-4CDD-B9CE-F5BE0836D2CB}" srcOrd="3" destOrd="0" presId="urn:microsoft.com/office/officeart/2005/8/layout/hList1"/>
    <dgm:cxn modelId="{B9C71703-960C-4FB3-8F23-BC985EFC77B4}" type="presParOf" srcId="{5E5ABCEB-F75F-4549-8CF3-A168C4D1FBEF}" destId="{CBE51C82-312F-4809-BF34-8E8720643A0C}" srcOrd="4" destOrd="0" presId="urn:microsoft.com/office/officeart/2005/8/layout/hList1"/>
    <dgm:cxn modelId="{61405F53-20EA-4F12-AE0C-8604E2686690}" type="presParOf" srcId="{CBE51C82-312F-4809-BF34-8E8720643A0C}" destId="{7EE230A5-271B-4E38-8278-C2B93FDC55FC}" srcOrd="0" destOrd="0" presId="urn:microsoft.com/office/officeart/2005/8/layout/hList1"/>
    <dgm:cxn modelId="{53CA8BF9-1B3B-4EE8-B281-B81A1B5D7B54}" type="presParOf" srcId="{CBE51C82-312F-4809-BF34-8E8720643A0C}" destId="{86C36DC3-B72C-4A63-8939-D6E4B3ED9235}" srcOrd="1" destOrd="0" presId="urn:microsoft.com/office/officeart/2005/8/layout/hList1"/>
    <dgm:cxn modelId="{9291321A-5531-41C1-82CF-9418DA41ECB9}" type="presParOf" srcId="{5E5ABCEB-F75F-4549-8CF3-A168C4D1FBEF}" destId="{9DA947D5-A428-4CDB-A136-F5C0356C7F33}" srcOrd="5" destOrd="0" presId="urn:microsoft.com/office/officeart/2005/8/layout/hList1"/>
    <dgm:cxn modelId="{6646D2AB-DFB2-4490-8323-1977629E4708}" type="presParOf" srcId="{5E5ABCEB-F75F-4549-8CF3-A168C4D1FBEF}" destId="{6674A250-6C13-4BC3-9B2F-F67C5D0E649B}" srcOrd="6" destOrd="0" presId="urn:microsoft.com/office/officeart/2005/8/layout/hList1"/>
    <dgm:cxn modelId="{138762B4-6C5F-49B4-8502-7AAC1CC585D6}" type="presParOf" srcId="{6674A250-6C13-4BC3-9B2F-F67C5D0E649B}" destId="{E02AF409-EEBB-405F-8C12-3233C4359E3E}" srcOrd="0" destOrd="0" presId="urn:microsoft.com/office/officeart/2005/8/layout/hList1"/>
    <dgm:cxn modelId="{CBAAE6A0-8A52-49B4-ADC6-3928E1E97B84}" type="presParOf" srcId="{6674A250-6C13-4BC3-9B2F-F67C5D0E649B}" destId="{E0DBA532-EF9D-4C75-B00C-E0DF9435016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6FD7D2-0815-4D2C-9CB8-5483C3ED4F7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9080F1-8488-49AA-83A6-12C6E07D3BE8}">
      <dgm:prSet/>
      <dgm:spPr/>
      <dgm:t>
        <a:bodyPr/>
        <a:lstStyle/>
        <a:p>
          <a:r>
            <a:rPr lang="en-IN"/>
            <a:t>Key Achievements:</a:t>
          </a:r>
          <a:endParaRPr lang="en-US"/>
        </a:p>
      </dgm:t>
    </dgm:pt>
    <dgm:pt modelId="{913B6726-689E-4737-9B4A-2AAEA78B738D}" type="parTrans" cxnId="{D4963DB9-D69B-40ED-B437-242E1816AAF1}">
      <dgm:prSet/>
      <dgm:spPr/>
      <dgm:t>
        <a:bodyPr/>
        <a:lstStyle/>
        <a:p>
          <a:endParaRPr lang="en-US"/>
        </a:p>
      </dgm:t>
    </dgm:pt>
    <dgm:pt modelId="{220C5B31-A900-4329-89EB-F756BD1F63A4}" type="sibTrans" cxnId="{D4963DB9-D69B-40ED-B437-242E1816AAF1}">
      <dgm:prSet/>
      <dgm:spPr/>
      <dgm:t>
        <a:bodyPr/>
        <a:lstStyle/>
        <a:p>
          <a:endParaRPr lang="en-US"/>
        </a:p>
      </dgm:t>
    </dgm:pt>
    <dgm:pt modelId="{09D6B3EE-EEF9-4ADE-9D0D-2984FFDAA1A9}">
      <dgm:prSet/>
      <dgm:spPr/>
      <dgm:t>
        <a:bodyPr/>
        <a:lstStyle/>
        <a:p>
          <a:r>
            <a:rPr lang="en-IN"/>
            <a:t>Developed digital twin for rotating shaft</a:t>
          </a:r>
          <a:endParaRPr lang="en-US"/>
        </a:p>
      </dgm:t>
    </dgm:pt>
    <dgm:pt modelId="{7CE7D078-63CA-4CDA-8778-C712DF90F78F}" type="parTrans" cxnId="{5C8B4412-6396-47C8-8707-90FBECAAFC8D}">
      <dgm:prSet/>
      <dgm:spPr/>
      <dgm:t>
        <a:bodyPr/>
        <a:lstStyle/>
        <a:p>
          <a:endParaRPr lang="en-US"/>
        </a:p>
      </dgm:t>
    </dgm:pt>
    <dgm:pt modelId="{F4D03B7F-C722-41F5-88D8-8F748A135C42}" type="sibTrans" cxnId="{5C8B4412-6396-47C8-8707-90FBECAAFC8D}">
      <dgm:prSet/>
      <dgm:spPr/>
      <dgm:t>
        <a:bodyPr/>
        <a:lstStyle/>
        <a:p>
          <a:endParaRPr lang="en-US"/>
        </a:p>
      </dgm:t>
    </dgm:pt>
    <dgm:pt modelId="{8AA5BD65-CB91-42CA-A808-183EECBA6069}">
      <dgm:prSet/>
      <dgm:spPr/>
      <dgm:t>
        <a:bodyPr/>
        <a:lstStyle/>
        <a:p>
          <a:r>
            <a:rPr lang="en-IN"/>
            <a:t>Implemented 3-stage ML pipeline</a:t>
          </a:r>
          <a:endParaRPr lang="en-US"/>
        </a:p>
      </dgm:t>
    </dgm:pt>
    <dgm:pt modelId="{8133D790-FAC4-4588-A40A-2C5DA31C2B91}" type="parTrans" cxnId="{E3B74E6B-8721-4786-BAC7-8E409C87ED5A}">
      <dgm:prSet/>
      <dgm:spPr/>
      <dgm:t>
        <a:bodyPr/>
        <a:lstStyle/>
        <a:p>
          <a:endParaRPr lang="en-US"/>
        </a:p>
      </dgm:t>
    </dgm:pt>
    <dgm:pt modelId="{04D349CC-D011-4CB5-84CA-AC083C8D5CF4}" type="sibTrans" cxnId="{E3B74E6B-8721-4786-BAC7-8E409C87ED5A}">
      <dgm:prSet/>
      <dgm:spPr/>
      <dgm:t>
        <a:bodyPr/>
        <a:lstStyle/>
        <a:p>
          <a:endParaRPr lang="en-US"/>
        </a:p>
      </dgm:t>
    </dgm:pt>
    <dgm:pt modelId="{C2D93CC3-3F77-4BC1-82F8-3B123260BD43}">
      <dgm:prSet/>
      <dgm:spPr/>
      <dgm:t>
        <a:bodyPr/>
        <a:lstStyle/>
        <a:p>
          <a:r>
            <a:rPr lang="en-IN"/>
            <a:t>Achieved 11.74 days RUL RMSE</a:t>
          </a:r>
          <a:endParaRPr lang="en-US"/>
        </a:p>
      </dgm:t>
    </dgm:pt>
    <dgm:pt modelId="{1DAA8F79-2308-400D-AF0E-82D2EA612B94}" type="parTrans" cxnId="{4F1C73F1-F0D0-4925-8A54-C508D212DA32}">
      <dgm:prSet/>
      <dgm:spPr/>
      <dgm:t>
        <a:bodyPr/>
        <a:lstStyle/>
        <a:p>
          <a:endParaRPr lang="en-US"/>
        </a:p>
      </dgm:t>
    </dgm:pt>
    <dgm:pt modelId="{3DB8197E-F0F1-46A3-8E53-F09476B35E7A}" type="sibTrans" cxnId="{4F1C73F1-F0D0-4925-8A54-C508D212DA32}">
      <dgm:prSet/>
      <dgm:spPr/>
      <dgm:t>
        <a:bodyPr/>
        <a:lstStyle/>
        <a:p>
          <a:endParaRPr lang="en-US"/>
        </a:p>
      </dgm:t>
    </dgm:pt>
    <dgm:pt modelId="{7C32BAB8-4980-42A0-B968-2173EB768CD9}">
      <dgm:prSet/>
      <dgm:spPr/>
      <dgm:t>
        <a:bodyPr/>
        <a:lstStyle/>
        <a:p>
          <a:r>
            <a:rPr lang="en-IN" dirty="0"/>
            <a:t>Provided 15-20 days early warning</a:t>
          </a:r>
          <a:endParaRPr lang="en-US" dirty="0"/>
        </a:p>
      </dgm:t>
    </dgm:pt>
    <dgm:pt modelId="{CE5E6528-0ABC-4E6A-8103-BF7BCD2FA72A}" type="parTrans" cxnId="{7E3D4B87-5EB4-4088-A210-A61C13826DDB}">
      <dgm:prSet/>
      <dgm:spPr/>
      <dgm:t>
        <a:bodyPr/>
        <a:lstStyle/>
        <a:p>
          <a:endParaRPr lang="en-US"/>
        </a:p>
      </dgm:t>
    </dgm:pt>
    <dgm:pt modelId="{A5DC2E69-5A30-4955-A53B-46FCBCCBB210}" type="sibTrans" cxnId="{7E3D4B87-5EB4-4088-A210-A61C13826DDB}">
      <dgm:prSet/>
      <dgm:spPr/>
      <dgm:t>
        <a:bodyPr/>
        <a:lstStyle/>
        <a:p>
          <a:endParaRPr lang="en-US"/>
        </a:p>
      </dgm:t>
    </dgm:pt>
    <dgm:pt modelId="{E255B697-2B5F-44BA-8EDF-50BFA0CECF06}">
      <dgm:prSet/>
      <dgm:spPr/>
      <dgm:t>
        <a:bodyPr/>
        <a:lstStyle/>
        <a:p>
          <a:r>
            <a:rPr lang="en-IN"/>
            <a:t>Created real-time monitoring dashboard</a:t>
          </a:r>
          <a:endParaRPr lang="en-US"/>
        </a:p>
      </dgm:t>
    </dgm:pt>
    <dgm:pt modelId="{30502F26-4121-4358-A8D4-C92D441B33EF}" type="parTrans" cxnId="{23013F89-8638-42C2-9933-67AAD25619F2}">
      <dgm:prSet/>
      <dgm:spPr/>
      <dgm:t>
        <a:bodyPr/>
        <a:lstStyle/>
        <a:p>
          <a:endParaRPr lang="en-US"/>
        </a:p>
      </dgm:t>
    </dgm:pt>
    <dgm:pt modelId="{221A4A1F-85AE-4F15-AADD-81D09FBCB5E9}" type="sibTrans" cxnId="{23013F89-8638-42C2-9933-67AAD25619F2}">
      <dgm:prSet/>
      <dgm:spPr/>
      <dgm:t>
        <a:bodyPr/>
        <a:lstStyle/>
        <a:p>
          <a:endParaRPr lang="en-US"/>
        </a:p>
      </dgm:t>
    </dgm:pt>
    <dgm:pt modelId="{F81ADA53-D5B6-45B9-ADE1-D797BDCEC92E}">
      <dgm:prSet/>
      <dgm:spPr/>
      <dgm:t>
        <a:bodyPr/>
        <a:lstStyle/>
        <a:p>
          <a:r>
            <a:rPr lang="en-IN"/>
            <a:t>64% improvement over baseline methods</a:t>
          </a:r>
          <a:endParaRPr lang="en-US"/>
        </a:p>
      </dgm:t>
    </dgm:pt>
    <dgm:pt modelId="{C1C705CF-554E-44F3-A782-BE3884748789}" type="parTrans" cxnId="{479B7B66-5679-4473-AAA4-979210382688}">
      <dgm:prSet/>
      <dgm:spPr/>
      <dgm:t>
        <a:bodyPr/>
        <a:lstStyle/>
        <a:p>
          <a:endParaRPr lang="en-US"/>
        </a:p>
      </dgm:t>
    </dgm:pt>
    <dgm:pt modelId="{8D70195E-E3B7-4A43-A4B4-A0B670E3CD34}" type="sibTrans" cxnId="{479B7B66-5679-4473-AAA4-979210382688}">
      <dgm:prSet/>
      <dgm:spPr/>
      <dgm:t>
        <a:bodyPr/>
        <a:lstStyle/>
        <a:p>
          <a:endParaRPr lang="en-US"/>
        </a:p>
      </dgm:t>
    </dgm:pt>
    <dgm:pt modelId="{69F86D50-2DCB-4528-815B-399AD79AAF01}">
      <dgm:prSet/>
      <dgm:spPr/>
      <dgm:t>
        <a:bodyPr/>
        <a:lstStyle/>
        <a:p>
          <a:r>
            <a:rPr lang="en-IN"/>
            <a:t>Industrial Impact:</a:t>
          </a:r>
          <a:endParaRPr lang="en-US"/>
        </a:p>
      </dgm:t>
    </dgm:pt>
    <dgm:pt modelId="{AD96725B-A7DC-486F-AFF4-939313F8A6C1}" type="parTrans" cxnId="{26ADA14F-D162-4D72-890D-242CB3BD49D0}">
      <dgm:prSet/>
      <dgm:spPr/>
      <dgm:t>
        <a:bodyPr/>
        <a:lstStyle/>
        <a:p>
          <a:endParaRPr lang="en-US"/>
        </a:p>
      </dgm:t>
    </dgm:pt>
    <dgm:pt modelId="{C7686EE5-A618-4ADA-B784-09B410190C6D}" type="sibTrans" cxnId="{26ADA14F-D162-4D72-890D-242CB3BD49D0}">
      <dgm:prSet/>
      <dgm:spPr/>
      <dgm:t>
        <a:bodyPr/>
        <a:lstStyle/>
        <a:p>
          <a:endParaRPr lang="en-US"/>
        </a:p>
      </dgm:t>
    </dgm:pt>
    <dgm:pt modelId="{45D22BB4-37E9-4420-974C-CA9478D2EEB8}">
      <dgm:prSet/>
      <dgm:spPr/>
      <dgm:t>
        <a:bodyPr/>
        <a:lstStyle/>
        <a:p>
          <a:r>
            <a:rPr lang="en-IN" dirty="0">
              <a:highlight>
                <a:srgbClr val="00FF00"/>
              </a:highlight>
            </a:rPr>
            <a:t>40% </a:t>
          </a:r>
          <a:r>
            <a:rPr lang="en-IN" dirty="0"/>
            <a:t>reduction in unplanned downtime</a:t>
          </a:r>
          <a:endParaRPr lang="en-US" dirty="0"/>
        </a:p>
      </dgm:t>
    </dgm:pt>
    <dgm:pt modelId="{530CFD7C-ECB3-4DDE-8BD8-8C51C8F079EB}" type="parTrans" cxnId="{536AC257-14B1-4519-8644-975287F688E8}">
      <dgm:prSet/>
      <dgm:spPr/>
      <dgm:t>
        <a:bodyPr/>
        <a:lstStyle/>
        <a:p>
          <a:endParaRPr lang="en-US"/>
        </a:p>
      </dgm:t>
    </dgm:pt>
    <dgm:pt modelId="{4CAD3BD2-0603-48F0-890E-9A8B51232132}" type="sibTrans" cxnId="{536AC257-14B1-4519-8644-975287F688E8}">
      <dgm:prSet/>
      <dgm:spPr/>
      <dgm:t>
        <a:bodyPr/>
        <a:lstStyle/>
        <a:p>
          <a:endParaRPr lang="en-US"/>
        </a:p>
      </dgm:t>
    </dgm:pt>
    <dgm:pt modelId="{4B543354-1688-4CCB-BB61-2D7ECF1C0360}">
      <dgm:prSet/>
      <dgm:spPr/>
      <dgm:t>
        <a:bodyPr/>
        <a:lstStyle/>
        <a:p>
          <a:r>
            <a:rPr lang="en-IN" dirty="0">
              <a:highlight>
                <a:srgbClr val="00FF00"/>
              </a:highlight>
            </a:rPr>
            <a:t>30% </a:t>
          </a:r>
          <a:r>
            <a:rPr lang="en-IN" dirty="0"/>
            <a:t>reduction in maintenance costs</a:t>
          </a:r>
          <a:endParaRPr lang="en-US" dirty="0"/>
        </a:p>
      </dgm:t>
    </dgm:pt>
    <dgm:pt modelId="{9E65D07A-4B2D-420A-982B-918035E74787}" type="parTrans" cxnId="{0E2A0A74-8949-452B-BCF7-753DFE8D9A8A}">
      <dgm:prSet/>
      <dgm:spPr/>
      <dgm:t>
        <a:bodyPr/>
        <a:lstStyle/>
        <a:p>
          <a:endParaRPr lang="en-US"/>
        </a:p>
      </dgm:t>
    </dgm:pt>
    <dgm:pt modelId="{2B22BE8D-6C7D-4610-8397-D039DAD0A85A}" type="sibTrans" cxnId="{0E2A0A74-8949-452B-BCF7-753DFE8D9A8A}">
      <dgm:prSet/>
      <dgm:spPr/>
      <dgm:t>
        <a:bodyPr/>
        <a:lstStyle/>
        <a:p>
          <a:endParaRPr lang="en-US"/>
        </a:p>
      </dgm:t>
    </dgm:pt>
    <dgm:pt modelId="{D3650EC0-334F-4B65-BCD6-365F6A563056}">
      <dgm:prSet/>
      <dgm:spPr/>
      <dgm:t>
        <a:bodyPr/>
        <a:lstStyle/>
        <a:p>
          <a:r>
            <a:rPr lang="en-IN" dirty="0">
              <a:highlight>
                <a:srgbClr val="00FF00"/>
              </a:highlight>
            </a:rPr>
            <a:t>15+ </a:t>
          </a:r>
          <a:r>
            <a:rPr lang="en-IN" dirty="0"/>
            <a:t>days proactive maintenance window</a:t>
          </a:r>
          <a:endParaRPr lang="en-US" dirty="0"/>
        </a:p>
      </dgm:t>
    </dgm:pt>
    <dgm:pt modelId="{A201C471-6CFB-4135-B024-C219613C9516}" type="parTrans" cxnId="{FC0C871B-A5DD-4C64-8F86-191619CAF600}">
      <dgm:prSet/>
      <dgm:spPr/>
      <dgm:t>
        <a:bodyPr/>
        <a:lstStyle/>
        <a:p>
          <a:endParaRPr lang="en-US"/>
        </a:p>
      </dgm:t>
    </dgm:pt>
    <dgm:pt modelId="{CA287F3B-3EDB-41D0-9F0D-7C62B0C2786E}" type="sibTrans" cxnId="{FC0C871B-A5DD-4C64-8F86-191619CAF600}">
      <dgm:prSet/>
      <dgm:spPr/>
      <dgm:t>
        <a:bodyPr/>
        <a:lstStyle/>
        <a:p>
          <a:endParaRPr lang="en-US"/>
        </a:p>
      </dgm:t>
    </dgm:pt>
    <dgm:pt modelId="{2EC4C81F-1AB9-4B75-B72D-54B54E9D7567}">
      <dgm:prSet/>
      <dgm:spPr/>
      <dgm:t>
        <a:bodyPr/>
        <a:lstStyle/>
        <a:p>
          <a:r>
            <a:rPr lang="en-IN" dirty="0">
              <a:highlight>
                <a:srgbClr val="00FF00"/>
              </a:highlight>
            </a:rPr>
            <a:t>95.5% </a:t>
          </a:r>
          <a:r>
            <a:rPr lang="en-IN" dirty="0"/>
            <a:t>fault detection accuracy</a:t>
          </a:r>
          <a:endParaRPr lang="en-US" dirty="0"/>
        </a:p>
      </dgm:t>
    </dgm:pt>
    <dgm:pt modelId="{7188A95F-A322-4483-8979-F1108FD0FB79}" type="parTrans" cxnId="{4203BBBE-2C62-4E62-9688-8F2CFB6DB266}">
      <dgm:prSet/>
      <dgm:spPr/>
      <dgm:t>
        <a:bodyPr/>
        <a:lstStyle/>
        <a:p>
          <a:endParaRPr lang="en-US"/>
        </a:p>
      </dgm:t>
    </dgm:pt>
    <dgm:pt modelId="{AE014C32-D955-4AE6-BCB4-7CFB8B06D7CC}" type="sibTrans" cxnId="{4203BBBE-2C62-4E62-9688-8F2CFB6DB266}">
      <dgm:prSet/>
      <dgm:spPr/>
      <dgm:t>
        <a:bodyPr/>
        <a:lstStyle/>
        <a:p>
          <a:endParaRPr lang="en-US"/>
        </a:p>
      </dgm:t>
    </dgm:pt>
    <dgm:pt modelId="{9C8B4B55-5DC9-45AF-A6D9-306F2040F22D}">
      <dgm:prSet/>
      <dgm:spPr/>
      <dgm:t>
        <a:bodyPr/>
        <a:lstStyle/>
        <a:p>
          <a:r>
            <a:rPr lang="en-IN" i="1" dirty="0">
              <a:highlight>
                <a:srgbClr val="00FF00"/>
              </a:highlight>
            </a:rPr>
            <a:t>&lt; </a:t>
          </a:r>
          <a:r>
            <a:rPr lang="en-IN" dirty="0">
              <a:highlight>
                <a:srgbClr val="00FF00"/>
              </a:highlight>
            </a:rPr>
            <a:t>5% </a:t>
          </a:r>
          <a:r>
            <a:rPr lang="en-IN" dirty="0"/>
            <a:t>false alarm rate</a:t>
          </a:r>
          <a:endParaRPr lang="en-US" dirty="0"/>
        </a:p>
      </dgm:t>
    </dgm:pt>
    <dgm:pt modelId="{EA1EB045-B584-41DD-AC67-FB157ED7B37B}" type="parTrans" cxnId="{253569FC-05A4-45D0-8DEF-81C038CE8FD3}">
      <dgm:prSet/>
      <dgm:spPr/>
      <dgm:t>
        <a:bodyPr/>
        <a:lstStyle/>
        <a:p>
          <a:endParaRPr lang="en-US"/>
        </a:p>
      </dgm:t>
    </dgm:pt>
    <dgm:pt modelId="{64521771-AD2D-4CC2-805E-BAEB07972A54}" type="sibTrans" cxnId="{253569FC-05A4-45D0-8DEF-81C038CE8FD3}">
      <dgm:prSet/>
      <dgm:spPr/>
      <dgm:t>
        <a:bodyPr/>
        <a:lstStyle/>
        <a:p>
          <a:endParaRPr lang="en-US"/>
        </a:p>
      </dgm:t>
    </dgm:pt>
    <dgm:pt modelId="{1B2CFB03-2984-49D4-84B8-EE4DA2F58F88}" type="pres">
      <dgm:prSet presAssocID="{F26FD7D2-0815-4D2C-9CB8-5483C3ED4F73}" presName="Name0" presStyleCnt="0">
        <dgm:presLayoutVars>
          <dgm:dir/>
          <dgm:animLvl val="lvl"/>
          <dgm:resizeHandles val="exact"/>
        </dgm:presLayoutVars>
      </dgm:prSet>
      <dgm:spPr/>
    </dgm:pt>
    <dgm:pt modelId="{5951558A-2CDE-41CD-A5F9-7B2169A0191A}" type="pres">
      <dgm:prSet presAssocID="{1B9080F1-8488-49AA-83A6-12C6E07D3BE8}" presName="composite" presStyleCnt="0"/>
      <dgm:spPr/>
    </dgm:pt>
    <dgm:pt modelId="{546AA763-0C95-45B3-9C98-A4C613507536}" type="pres">
      <dgm:prSet presAssocID="{1B9080F1-8488-49AA-83A6-12C6E07D3BE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B2115B0-C83B-4407-A833-CF34AE041D52}" type="pres">
      <dgm:prSet presAssocID="{1B9080F1-8488-49AA-83A6-12C6E07D3BE8}" presName="desTx" presStyleLbl="alignAccFollowNode1" presStyleIdx="0" presStyleCnt="2">
        <dgm:presLayoutVars>
          <dgm:bulletEnabled val="1"/>
        </dgm:presLayoutVars>
      </dgm:prSet>
      <dgm:spPr/>
    </dgm:pt>
    <dgm:pt modelId="{AC5E9094-C98F-49FB-BFAF-410D07B69789}" type="pres">
      <dgm:prSet presAssocID="{220C5B31-A900-4329-89EB-F756BD1F63A4}" presName="space" presStyleCnt="0"/>
      <dgm:spPr/>
    </dgm:pt>
    <dgm:pt modelId="{11C000E9-642A-4D5E-9891-D41080689FD0}" type="pres">
      <dgm:prSet presAssocID="{69F86D50-2DCB-4528-815B-399AD79AAF01}" presName="composite" presStyleCnt="0"/>
      <dgm:spPr/>
    </dgm:pt>
    <dgm:pt modelId="{430DA4D2-C427-4E4F-8439-BC9CD79D475C}" type="pres">
      <dgm:prSet presAssocID="{69F86D50-2DCB-4528-815B-399AD79AAF0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D377611-113E-4BCA-A228-14865C91F1A4}" type="pres">
      <dgm:prSet presAssocID="{69F86D50-2DCB-4528-815B-399AD79AAF0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C8B4412-6396-47C8-8707-90FBECAAFC8D}" srcId="{1B9080F1-8488-49AA-83A6-12C6E07D3BE8}" destId="{09D6B3EE-EEF9-4ADE-9D0D-2984FFDAA1A9}" srcOrd="0" destOrd="0" parTransId="{7CE7D078-63CA-4CDA-8778-C712DF90F78F}" sibTransId="{F4D03B7F-C722-41F5-88D8-8F748A135C42}"/>
    <dgm:cxn modelId="{9395F618-6FB9-484D-AAB7-FFEDDE808AD9}" type="presOf" srcId="{09D6B3EE-EEF9-4ADE-9D0D-2984FFDAA1A9}" destId="{DB2115B0-C83B-4407-A833-CF34AE041D52}" srcOrd="0" destOrd="0" presId="urn:microsoft.com/office/officeart/2005/8/layout/hList1"/>
    <dgm:cxn modelId="{FC0C871B-A5DD-4C64-8F86-191619CAF600}" srcId="{69F86D50-2DCB-4528-815B-399AD79AAF01}" destId="{D3650EC0-334F-4B65-BCD6-365F6A563056}" srcOrd="2" destOrd="0" parTransId="{A201C471-6CFB-4135-B024-C219613C9516}" sibTransId="{CA287F3B-3EDB-41D0-9F0D-7C62B0C2786E}"/>
    <dgm:cxn modelId="{F6B2695D-0AB0-4A53-8A38-78AD750A5191}" type="presOf" srcId="{4B543354-1688-4CCB-BB61-2D7ECF1C0360}" destId="{DD377611-113E-4BCA-A228-14865C91F1A4}" srcOrd="0" destOrd="1" presId="urn:microsoft.com/office/officeart/2005/8/layout/hList1"/>
    <dgm:cxn modelId="{1532F361-5690-4DDF-8B30-A92917CBB152}" type="presOf" srcId="{E255B697-2B5F-44BA-8EDF-50BFA0CECF06}" destId="{DB2115B0-C83B-4407-A833-CF34AE041D52}" srcOrd="0" destOrd="4" presId="urn:microsoft.com/office/officeart/2005/8/layout/hList1"/>
    <dgm:cxn modelId="{479B7B66-5679-4473-AAA4-979210382688}" srcId="{1B9080F1-8488-49AA-83A6-12C6E07D3BE8}" destId="{F81ADA53-D5B6-45B9-ADE1-D797BDCEC92E}" srcOrd="5" destOrd="0" parTransId="{C1C705CF-554E-44F3-A782-BE3884748789}" sibTransId="{8D70195E-E3B7-4A43-A4B4-A0B670E3CD34}"/>
    <dgm:cxn modelId="{09322F6A-8AB6-4AD1-BDB9-1537A88827D8}" type="presOf" srcId="{F26FD7D2-0815-4D2C-9CB8-5483C3ED4F73}" destId="{1B2CFB03-2984-49D4-84B8-EE4DA2F58F88}" srcOrd="0" destOrd="0" presId="urn:microsoft.com/office/officeart/2005/8/layout/hList1"/>
    <dgm:cxn modelId="{E3B74E6B-8721-4786-BAC7-8E409C87ED5A}" srcId="{1B9080F1-8488-49AA-83A6-12C6E07D3BE8}" destId="{8AA5BD65-CB91-42CA-A808-183EECBA6069}" srcOrd="1" destOrd="0" parTransId="{8133D790-FAC4-4588-A40A-2C5DA31C2B91}" sibTransId="{04D349CC-D011-4CB5-84CA-AC083C8D5CF4}"/>
    <dgm:cxn modelId="{26ADA14F-D162-4D72-890D-242CB3BD49D0}" srcId="{F26FD7D2-0815-4D2C-9CB8-5483C3ED4F73}" destId="{69F86D50-2DCB-4528-815B-399AD79AAF01}" srcOrd="1" destOrd="0" parTransId="{AD96725B-A7DC-486F-AFF4-939313F8A6C1}" sibTransId="{C7686EE5-A618-4ADA-B784-09B410190C6D}"/>
    <dgm:cxn modelId="{0E2A0A74-8949-452B-BCF7-753DFE8D9A8A}" srcId="{69F86D50-2DCB-4528-815B-399AD79AAF01}" destId="{4B543354-1688-4CCB-BB61-2D7ECF1C0360}" srcOrd="1" destOrd="0" parTransId="{9E65D07A-4B2D-420A-982B-918035E74787}" sibTransId="{2B22BE8D-6C7D-4610-8397-D039DAD0A85A}"/>
    <dgm:cxn modelId="{536AC257-14B1-4519-8644-975287F688E8}" srcId="{69F86D50-2DCB-4528-815B-399AD79AAF01}" destId="{45D22BB4-37E9-4420-974C-CA9478D2EEB8}" srcOrd="0" destOrd="0" parTransId="{530CFD7C-ECB3-4DDE-8BD8-8C51C8F079EB}" sibTransId="{4CAD3BD2-0603-48F0-890E-9A8B51232132}"/>
    <dgm:cxn modelId="{7E3D4B87-5EB4-4088-A210-A61C13826DDB}" srcId="{1B9080F1-8488-49AA-83A6-12C6E07D3BE8}" destId="{7C32BAB8-4980-42A0-B968-2173EB768CD9}" srcOrd="3" destOrd="0" parTransId="{CE5E6528-0ABC-4E6A-8103-BF7BCD2FA72A}" sibTransId="{A5DC2E69-5A30-4955-A53B-46FCBCCBB210}"/>
    <dgm:cxn modelId="{23013F89-8638-42C2-9933-67AAD25619F2}" srcId="{1B9080F1-8488-49AA-83A6-12C6E07D3BE8}" destId="{E255B697-2B5F-44BA-8EDF-50BFA0CECF06}" srcOrd="4" destOrd="0" parTransId="{30502F26-4121-4358-A8D4-C92D441B33EF}" sibTransId="{221A4A1F-85AE-4F15-AADD-81D09FBCB5E9}"/>
    <dgm:cxn modelId="{38D45194-63D7-434F-A9E4-FAFD83485592}" type="presOf" srcId="{C2D93CC3-3F77-4BC1-82F8-3B123260BD43}" destId="{DB2115B0-C83B-4407-A833-CF34AE041D52}" srcOrd="0" destOrd="2" presId="urn:microsoft.com/office/officeart/2005/8/layout/hList1"/>
    <dgm:cxn modelId="{12DAA1AC-0FA9-4672-8891-3B73C0D89D28}" type="presOf" srcId="{8AA5BD65-CB91-42CA-A808-183EECBA6069}" destId="{DB2115B0-C83B-4407-A833-CF34AE041D52}" srcOrd="0" destOrd="1" presId="urn:microsoft.com/office/officeart/2005/8/layout/hList1"/>
    <dgm:cxn modelId="{D4963DB9-D69B-40ED-B437-242E1816AAF1}" srcId="{F26FD7D2-0815-4D2C-9CB8-5483C3ED4F73}" destId="{1B9080F1-8488-49AA-83A6-12C6E07D3BE8}" srcOrd="0" destOrd="0" parTransId="{913B6726-689E-4737-9B4A-2AAEA78B738D}" sibTransId="{220C5B31-A900-4329-89EB-F756BD1F63A4}"/>
    <dgm:cxn modelId="{0DC3DABD-9E00-46E9-8261-2DD164F271E6}" type="presOf" srcId="{45D22BB4-37E9-4420-974C-CA9478D2EEB8}" destId="{DD377611-113E-4BCA-A228-14865C91F1A4}" srcOrd="0" destOrd="0" presId="urn:microsoft.com/office/officeart/2005/8/layout/hList1"/>
    <dgm:cxn modelId="{4203BBBE-2C62-4E62-9688-8F2CFB6DB266}" srcId="{69F86D50-2DCB-4528-815B-399AD79AAF01}" destId="{2EC4C81F-1AB9-4B75-B72D-54B54E9D7567}" srcOrd="3" destOrd="0" parTransId="{7188A95F-A322-4483-8979-F1108FD0FB79}" sibTransId="{AE014C32-D955-4AE6-BCB4-7CFB8B06D7CC}"/>
    <dgm:cxn modelId="{37C801C7-83BB-4C88-A1D7-6E7F58AF8B30}" type="presOf" srcId="{1B9080F1-8488-49AA-83A6-12C6E07D3BE8}" destId="{546AA763-0C95-45B3-9C98-A4C613507536}" srcOrd="0" destOrd="0" presId="urn:microsoft.com/office/officeart/2005/8/layout/hList1"/>
    <dgm:cxn modelId="{43FD29D6-F30B-42D6-9C53-0DD0534BAC47}" type="presOf" srcId="{F81ADA53-D5B6-45B9-ADE1-D797BDCEC92E}" destId="{DB2115B0-C83B-4407-A833-CF34AE041D52}" srcOrd="0" destOrd="5" presId="urn:microsoft.com/office/officeart/2005/8/layout/hList1"/>
    <dgm:cxn modelId="{02EDCDD6-98D9-4401-BD2D-C7A83B6B6D44}" type="presOf" srcId="{9C8B4B55-5DC9-45AF-A6D9-306F2040F22D}" destId="{DD377611-113E-4BCA-A228-14865C91F1A4}" srcOrd="0" destOrd="4" presId="urn:microsoft.com/office/officeart/2005/8/layout/hList1"/>
    <dgm:cxn modelId="{6FF3EDD9-F29A-4683-8A78-9663035D19F9}" type="presOf" srcId="{69F86D50-2DCB-4528-815B-399AD79AAF01}" destId="{430DA4D2-C427-4E4F-8439-BC9CD79D475C}" srcOrd="0" destOrd="0" presId="urn:microsoft.com/office/officeart/2005/8/layout/hList1"/>
    <dgm:cxn modelId="{E8CDB0E2-9709-4D1D-8A97-F9FD37D9F6D3}" type="presOf" srcId="{7C32BAB8-4980-42A0-B968-2173EB768CD9}" destId="{DB2115B0-C83B-4407-A833-CF34AE041D52}" srcOrd="0" destOrd="3" presId="urn:microsoft.com/office/officeart/2005/8/layout/hList1"/>
    <dgm:cxn modelId="{019D3DE6-920D-4046-B00C-4B84E61DE958}" type="presOf" srcId="{D3650EC0-334F-4B65-BCD6-365F6A563056}" destId="{DD377611-113E-4BCA-A228-14865C91F1A4}" srcOrd="0" destOrd="2" presId="urn:microsoft.com/office/officeart/2005/8/layout/hList1"/>
    <dgm:cxn modelId="{4F1C73F1-F0D0-4925-8A54-C508D212DA32}" srcId="{1B9080F1-8488-49AA-83A6-12C6E07D3BE8}" destId="{C2D93CC3-3F77-4BC1-82F8-3B123260BD43}" srcOrd="2" destOrd="0" parTransId="{1DAA8F79-2308-400D-AF0E-82D2EA612B94}" sibTransId="{3DB8197E-F0F1-46A3-8E53-F09476B35E7A}"/>
    <dgm:cxn modelId="{420841FC-4B37-491A-85E4-72619B5F649A}" type="presOf" srcId="{2EC4C81F-1AB9-4B75-B72D-54B54E9D7567}" destId="{DD377611-113E-4BCA-A228-14865C91F1A4}" srcOrd="0" destOrd="3" presId="urn:microsoft.com/office/officeart/2005/8/layout/hList1"/>
    <dgm:cxn modelId="{253569FC-05A4-45D0-8DEF-81C038CE8FD3}" srcId="{69F86D50-2DCB-4528-815B-399AD79AAF01}" destId="{9C8B4B55-5DC9-45AF-A6D9-306F2040F22D}" srcOrd="4" destOrd="0" parTransId="{EA1EB045-B584-41DD-AC67-FB157ED7B37B}" sibTransId="{64521771-AD2D-4CC2-805E-BAEB07972A54}"/>
    <dgm:cxn modelId="{27A6E45B-B2D5-47D3-98D4-DACE3901D8CB}" type="presParOf" srcId="{1B2CFB03-2984-49D4-84B8-EE4DA2F58F88}" destId="{5951558A-2CDE-41CD-A5F9-7B2169A0191A}" srcOrd="0" destOrd="0" presId="urn:microsoft.com/office/officeart/2005/8/layout/hList1"/>
    <dgm:cxn modelId="{550B0CAA-0D53-4786-B693-EDAE5EBB8398}" type="presParOf" srcId="{5951558A-2CDE-41CD-A5F9-7B2169A0191A}" destId="{546AA763-0C95-45B3-9C98-A4C613507536}" srcOrd="0" destOrd="0" presId="urn:microsoft.com/office/officeart/2005/8/layout/hList1"/>
    <dgm:cxn modelId="{6CE2C8EB-93ED-434C-8B49-4ED9C9E5CA63}" type="presParOf" srcId="{5951558A-2CDE-41CD-A5F9-7B2169A0191A}" destId="{DB2115B0-C83B-4407-A833-CF34AE041D52}" srcOrd="1" destOrd="0" presId="urn:microsoft.com/office/officeart/2005/8/layout/hList1"/>
    <dgm:cxn modelId="{92C654A1-8674-4CBD-9C44-F632AC47A1EB}" type="presParOf" srcId="{1B2CFB03-2984-49D4-84B8-EE4DA2F58F88}" destId="{AC5E9094-C98F-49FB-BFAF-410D07B69789}" srcOrd="1" destOrd="0" presId="urn:microsoft.com/office/officeart/2005/8/layout/hList1"/>
    <dgm:cxn modelId="{C7745B7A-8375-41B9-83FF-29508CB0EF2A}" type="presParOf" srcId="{1B2CFB03-2984-49D4-84B8-EE4DA2F58F88}" destId="{11C000E9-642A-4D5E-9891-D41080689FD0}" srcOrd="2" destOrd="0" presId="urn:microsoft.com/office/officeart/2005/8/layout/hList1"/>
    <dgm:cxn modelId="{F569836D-01C7-428D-9DA1-346B133679A5}" type="presParOf" srcId="{11C000E9-642A-4D5E-9891-D41080689FD0}" destId="{430DA4D2-C427-4E4F-8439-BC9CD79D475C}" srcOrd="0" destOrd="0" presId="urn:microsoft.com/office/officeart/2005/8/layout/hList1"/>
    <dgm:cxn modelId="{33501974-6F5C-4F3A-8CFB-38AF4749E1F7}" type="presParOf" srcId="{11C000E9-642A-4D5E-9891-D41080689FD0}" destId="{DD377611-113E-4BCA-A228-14865C91F1A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5E6E3-70C3-4CA9-A9F4-1A136F35F056}">
      <dsp:nvSpPr>
        <dsp:cNvPr id="0" name=""/>
        <dsp:cNvSpPr/>
      </dsp:nvSpPr>
      <dsp:spPr>
        <a:xfrm>
          <a:off x="3896" y="172206"/>
          <a:ext cx="2342986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torque_out</a:t>
          </a:r>
          <a:endParaRPr lang="en-US" sz="1900" kern="1200"/>
        </a:p>
      </dsp:txBody>
      <dsp:txXfrm>
        <a:off x="3896" y="172206"/>
        <a:ext cx="2342986" cy="547200"/>
      </dsp:txXfrm>
    </dsp:sp>
    <dsp:sp modelId="{B2C9EF9F-6A4C-449A-91B4-D27428F1C4D9}">
      <dsp:nvSpPr>
        <dsp:cNvPr id="0" name=""/>
        <dsp:cNvSpPr/>
      </dsp:nvSpPr>
      <dsp:spPr>
        <a:xfrm>
          <a:off x="3896" y="719406"/>
          <a:ext cx="2342986" cy="25555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Primary torque monitoring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Load condition analysis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Anomaly detection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Signal conditioning</a:t>
          </a:r>
          <a:endParaRPr lang="en-US" sz="1900" kern="1200" dirty="0"/>
        </a:p>
      </dsp:txBody>
      <dsp:txXfrm>
        <a:off x="3896" y="719406"/>
        <a:ext cx="2342986" cy="2555595"/>
      </dsp:txXfrm>
    </dsp:sp>
    <dsp:sp modelId="{4BB7001D-A1EB-4743-97CA-53C28945D135}">
      <dsp:nvSpPr>
        <dsp:cNvPr id="0" name=""/>
        <dsp:cNvSpPr/>
      </dsp:nvSpPr>
      <dsp:spPr>
        <a:xfrm>
          <a:off x="2674901" y="172206"/>
          <a:ext cx="2342986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iterator_signal</a:t>
          </a:r>
          <a:endParaRPr lang="en-US" sz="1900" kern="1200"/>
        </a:p>
      </dsp:txBody>
      <dsp:txXfrm>
        <a:off x="2674901" y="172206"/>
        <a:ext cx="2342986" cy="547200"/>
      </dsp:txXfrm>
    </dsp:sp>
    <dsp:sp modelId="{6A034B32-5D95-49B4-B1F5-F0C398904191}">
      <dsp:nvSpPr>
        <dsp:cNvPr id="0" name=""/>
        <dsp:cNvSpPr/>
      </dsp:nvSpPr>
      <dsp:spPr>
        <a:xfrm>
          <a:off x="2674901" y="719406"/>
          <a:ext cx="2342986" cy="25555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Timing control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Data flow management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Subsystem coordination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Processing synchronization</a:t>
          </a:r>
          <a:endParaRPr lang="en-US" sz="1900" kern="1200"/>
        </a:p>
      </dsp:txBody>
      <dsp:txXfrm>
        <a:off x="2674901" y="719406"/>
        <a:ext cx="2342986" cy="2555595"/>
      </dsp:txXfrm>
    </dsp:sp>
    <dsp:sp modelId="{7EE230A5-271B-4E38-8278-C2B93FDC55FC}">
      <dsp:nvSpPr>
        <dsp:cNvPr id="0" name=""/>
        <dsp:cNvSpPr/>
      </dsp:nvSpPr>
      <dsp:spPr>
        <a:xfrm>
          <a:off x="5345905" y="172206"/>
          <a:ext cx="2342986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omega_out</a:t>
          </a:r>
          <a:endParaRPr lang="en-US" sz="1900" kern="1200"/>
        </a:p>
      </dsp:txBody>
      <dsp:txXfrm>
        <a:off x="5345905" y="172206"/>
        <a:ext cx="2342986" cy="547200"/>
      </dsp:txXfrm>
    </dsp:sp>
    <dsp:sp modelId="{86C36DC3-B72C-4A63-8939-D6E4B3ED9235}">
      <dsp:nvSpPr>
        <dsp:cNvPr id="0" name=""/>
        <dsp:cNvSpPr/>
      </dsp:nvSpPr>
      <dsp:spPr>
        <a:xfrm>
          <a:off x="5345905" y="719406"/>
          <a:ext cx="2342986" cy="25555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Speed monitoring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Performance tracking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Degradation analysis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Velocity-based predictions</a:t>
          </a:r>
          <a:endParaRPr lang="en-US" sz="1900" kern="1200"/>
        </a:p>
      </dsp:txBody>
      <dsp:txXfrm>
        <a:off x="5345905" y="719406"/>
        <a:ext cx="2342986" cy="2555595"/>
      </dsp:txXfrm>
    </dsp:sp>
    <dsp:sp modelId="{E02AF409-EEBB-405F-8C12-3233C4359E3E}">
      <dsp:nvSpPr>
        <dsp:cNvPr id="0" name=""/>
        <dsp:cNvSpPr/>
      </dsp:nvSpPr>
      <dsp:spPr>
        <a:xfrm>
          <a:off x="8016910" y="172206"/>
          <a:ext cx="2342986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System Benefits:</a:t>
          </a:r>
          <a:endParaRPr lang="en-US" sz="1900" kern="1200" dirty="0"/>
        </a:p>
      </dsp:txBody>
      <dsp:txXfrm>
        <a:off x="8016910" y="172206"/>
        <a:ext cx="2342986" cy="547200"/>
      </dsp:txXfrm>
    </dsp:sp>
    <dsp:sp modelId="{E0DBA532-EF9D-4C75-B00C-E0DF9435016B}">
      <dsp:nvSpPr>
        <dsp:cNvPr id="0" name=""/>
        <dsp:cNvSpPr/>
      </dsp:nvSpPr>
      <dsp:spPr>
        <a:xfrm>
          <a:off x="8016910" y="719406"/>
          <a:ext cx="2342986" cy="25555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Real-time operation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High accuracy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Early fault detection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Scalable architecture</a:t>
          </a:r>
          <a:endParaRPr lang="en-US" sz="1900" kern="1200"/>
        </a:p>
      </dsp:txBody>
      <dsp:txXfrm>
        <a:off x="8016910" y="719406"/>
        <a:ext cx="2342986" cy="25555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5E6E3-70C3-4CA9-A9F4-1A136F35F056}">
      <dsp:nvSpPr>
        <dsp:cNvPr id="0" name=""/>
        <dsp:cNvSpPr/>
      </dsp:nvSpPr>
      <dsp:spPr>
        <a:xfrm>
          <a:off x="1085" y="68563"/>
          <a:ext cx="276697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Technical Outputs:</a:t>
          </a:r>
          <a:endParaRPr lang="en-US" sz="1600" kern="1200" dirty="0"/>
        </a:p>
      </dsp:txBody>
      <dsp:txXfrm>
        <a:off x="1085" y="68563"/>
        <a:ext cx="2766978" cy="518400"/>
      </dsp:txXfrm>
    </dsp:sp>
    <dsp:sp modelId="{B2C9EF9F-6A4C-449A-91B4-D27428F1C4D9}">
      <dsp:nvSpPr>
        <dsp:cNvPr id="0" name=""/>
        <dsp:cNvSpPr/>
      </dsp:nvSpPr>
      <dsp:spPr>
        <a:xfrm>
          <a:off x="11134" y="586963"/>
          <a:ext cx="2746882" cy="37213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IN" sz="1800" kern="1200" spc="-20" dirty="0">
              <a:latin typeface="Tahoma"/>
              <a:cs typeface="Tahoma"/>
            </a:rPr>
            <a:t>Simulink </a:t>
          </a:r>
          <a:r>
            <a:rPr lang="en-IN" sz="1800" kern="1200" spc="-30" dirty="0">
              <a:latin typeface="Tahoma"/>
              <a:cs typeface="Tahoma"/>
            </a:rPr>
            <a:t>model</a:t>
          </a:r>
          <a:r>
            <a:rPr lang="en-IN" sz="1800" kern="1200" spc="-20" dirty="0">
              <a:latin typeface="Tahoma"/>
              <a:cs typeface="Tahoma"/>
            </a:rPr>
            <a:t> </a:t>
          </a:r>
          <a:r>
            <a:rPr lang="en-IN" sz="1800" kern="1200" dirty="0">
              <a:latin typeface="Tahoma"/>
              <a:cs typeface="Tahoma"/>
            </a:rPr>
            <a:t>of</a:t>
          </a:r>
          <a:r>
            <a:rPr lang="en-IN" sz="1800" kern="1200" spc="-20" dirty="0">
              <a:latin typeface="Tahoma"/>
              <a:cs typeface="Tahoma"/>
            </a:rPr>
            <a:t> rotating</a:t>
          </a:r>
          <a:r>
            <a:rPr lang="en-IN" sz="1800" kern="1200" spc="-15" dirty="0">
              <a:latin typeface="Tahoma"/>
              <a:cs typeface="Tahoma"/>
            </a:rPr>
            <a:t> </a:t>
          </a:r>
          <a:r>
            <a:rPr lang="en-IN" sz="1800" kern="1200" spc="-10" dirty="0">
              <a:latin typeface="Tahoma"/>
              <a:cs typeface="Tahoma"/>
            </a:rPr>
            <a:t>shaft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sz="1800" kern="1200" spc="-30" dirty="0">
              <a:latin typeface="Tahoma"/>
              <a:cs typeface="Tahoma"/>
            </a:rPr>
            <a:t>Trained</a:t>
          </a:r>
          <a:r>
            <a:rPr lang="en-US" sz="1800" kern="1200" spc="5" dirty="0">
              <a:latin typeface="Tahoma"/>
              <a:cs typeface="Tahoma"/>
            </a:rPr>
            <a:t> </a:t>
          </a:r>
          <a:r>
            <a:rPr lang="en-US" sz="1800" kern="1200" spc="60" dirty="0">
              <a:latin typeface="Tahoma"/>
              <a:cs typeface="Tahoma"/>
            </a:rPr>
            <a:t>ML</a:t>
          </a:r>
          <a:r>
            <a:rPr lang="en-US" sz="1800" kern="1200" spc="5" dirty="0">
              <a:latin typeface="Tahoma"/>
              <a:cs typeface="Tahoma"/>
            </a:rPr>
            <a:t> </a:t>
          </a:r>
          <a:r>
            <a:rPr lang="en-US" sz="1800" kern="1200" spc="-35" dirty="0">
              <a:latin typeface="Tahoma"/>
              <a:cs typeface="Tahoma"/>
            </a:rPr>
            <a:t>models</a:t>
          </a:r>
          <a:r>
            <a:rPr lang="en-US" sz="1800" kern="1200" spc="5" dirty="0">
              <a:latin typeface="Tahoma"/>
              <a:cs typeface="Tahoma"/>
            </a:rPr>
            <a:t> </a:t>
          </a:r>
          <a:r>
            <a:rPr lang="en-US" sz="1800" kern="1200" dirty="0">
              <a:latin typeface="Tahoma"/>
              <a:cs typeface="Tahoma"/>
            </a:rPr>
            <a:t>(RF, </a:t>
          </a:r>
          <a:r>
            <a:rPr lang="en-US" sz="1800" kern="1200" spc="-10" dirty="0">
              <a:latin typeface="Tahoma"/>
              <a:cs typeface="Tahoma"/>
            </a:rPr>
            <a:t>LSTM, BiLSTM)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sz="1800" kern="1200" dirty="0">
              <a:latin typeface="Tahoma"/>
              <a:cs typeface="Tahoma"/>
            </a:rPr>
            <a:t>MATLAB</a:t>
          </a:r>
          <a:r>
            <a:rPr lang="en-US" sz="1800" kern="1200" spc="140" dirty="0">
              <a:latin typeface="Tahoma"/>
              <a:cs typeface="Tahoma"/>
            </a:rPr>
            <a:t> </a:t>
          </a:r>
          <a:r>
            <a:rPr lang="en-US" sz="1800" kern="1200" spc="-35" dirty="0">
              <a:latin typeface="Tahoma"/>
              <a:cs typeface="Tahoma"/>
            </a:rPr>
            <a:t>feature</a:t>
          </a:r>
          <a:r>
            <a:rPr lang="en-US" sz="1800" kern="1200" spc="145" dirty="0">
              <a:latin typeface="Tahoma"/>
              <a:cs typeface="Tahoma"/>
            </a:rPr>
            <a:t> </a:t>
          </a:r>
          <a:r>
            <a:rPr lang="en-US" sz="1800" kern="1200" spc="-25" dirty="0">
              <a:latin typeface="Tahoma"/>
              <a:cs typeface="Tahoma"/>
            </a:rPr>
            <a:t>extraction </a:t>
          </a:r>
          <a:r>
            <a:rPr lang="en-US" sz="1800" kern="1200" spc="-10" dirty="0">
              <a:latin typeface="Tahoma"/>
              <a:cs typeface="Tahoma"/>
            </a:rPr>
            <a:t>scripts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sz="1800" kern="1200" dirty="0">
              <a:latin typeface="Tahoma"/>
              <a:cs typeface="Tahoma"/>
            </a:rPr>
            <a:t>RUL</a:t>
          </a:r>
          <a:r>
            <a:rPr lang="en-US" sz="1800" kern="1200" spc="35" dirty="0">
              <a:latin typeface="Tahoma"/>
              <a:cs typeface="Tahoma"/>
            </a:rPr>
            <a:t> </a:t>
          </a:r>
          <a:r>
            <a:rPr lang="en-US" sz="1800" kern="1200" spc="-30" dirty="0">
              <a:latin typeface="Tahoma"/>
              <a:cs typeface="Tahoma"/>
            </a:rPr>
            <a:t>prediction</a:t>
          </a:r>
          <a:r>
            <a:rPr lang="en-US" sz="1800" kern="1200" spc="40" dirty="0">
              <a:latin typeface="Tahoma"/>
              <a:cs typeface="Tahoma"/>
            </a:rPr>
            <a:t> </a:t>
          </a:r>
          <a:r>
            <a:rPr lang="en-US" sz="1800" kern="1200" spc="-10" dirty="0">
              <a:latin typeface="Tahoma"/>
              <a:cs typeface="Tahoma"/>
            </a:rPr>
            <a:t>pipeline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sz="1800" kern="1200" spc="-35" dirty="0">
              <a:latin typeface="Tahoma"/>
              <a:cs typeface="Tahoma"/>
            </a:rPr>
            <a:t>Dashboard </a:t>
          </a:r>
          <a:r>
            <a:rPr lang="en-US" sz="1800" kern="1200" spc="-10" dirty="0">
              <a:latin typeface="Tahoma"/>
              <a:cs typeface="Tahoma"/>
            </a:rPr>
            <a:t>prototype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en-US" sz="1800" kern="1200" spc="-30" dirty="0">
              <a:latin typeface="Tahoma"/>
              <a:cs typeface="Tahoma"/>
            </a:rPr>
            <a:t>Documentation</a:t>
          </a:r>
          <a:r>
            <a:rPr lang="en-US" sz="1800" kern="1200" spc="30" dirty="0">
              <a:latin typeface="Tahoma"/>
              <a:cs typeface="Tahoma"/>
            </a:rPr>
            <a:t> </a:t>
          </a:r>
          <a:r>
            <a:rPr lang="en-US" sz="1800" kern="1200" dirty="0">
              <a:latin typeface="Tahoma"/>
              <a:cs typeface="Tahoma"/>
            </a:rPr>
            <a:t>+</a:t>
          </a:r>
          <a:r>
            <a:rPr lang="en-US" sz="1800" kern="1200" spc="35" dirty="0">
              <a:latin typeface="Tahoma"/>
              <a:cs typeface="Tahoma"/>
            </a:rPr>
            <a:t> </a:t>
          </a:r>
          <a:r>
            <a:rPr lang="en-US" sz="1800" kern="1200" spc="-55" dirty="0">
              <a:latin typeface="Tahoma"/>
              <a:cs typeface="Tahoma"/>
            </a:rPr>
            <a:t>user</a:t>
          </a:r>
          <a:r>
            <a:rPr lang="en-US" sz="1800" kern="1200" spc="35" dirty="0">
              <a:latin typeface="Tahoma"/>
              <a:cs typeface="Tahoma"/>
            </a:rPr>
            <a:t> </a:t>
          </a:r>
          <a:r>
            <a:rPr lang="en-US" sz="1800" kern="1200" spc="-10" dirty="0">
              <a:latin typeface="Tahoma"/>
              <a:cs typeface="Tahoma"/>
            </a:rPr>
            <a:t>manual</a:t>
          </a:r>
          <a:endParaRPr lang="en-US" sz="1800" kern="1200" dirty="0">
            <a:latin typeface="Tahoma"/>
            <a:cs typeface="Tahoma"/>
          </a:endParaRPr>
        </a:p>
      </dsp:txBody>
      <dsp:txXfrm>
        <a:off x="11134" y="586963"/>
        <a:ext cx="2746882" cy="3721309"/>
      </dsp:txXfrm>
    </dsp:sp>
    <dsp:sp modelId="{4BB7001D-A1EB-4743-97CA-53C28945D135}">
      <dsp:nvSpPr>
        <dsp:cNvPr id="0" name=""/>
        <dsp:cNvSpPr/>
      </dsp:nvSpPr>
      <dsp:spPr>
        <a:xfrm>
          <a:off x="3095983" y="68563"/>
          <a:ext cx="2342277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Limitations:</a:t>
          </a:r>
        </a:p>
      </dsp:txBody>
      <dsp:txXfrm>
        <a:off x="3095983" y="68563"/>
        <a:ext cx="2342277" cy="518400"/>
      </dsp:txXfrm>
    </dsp:sp>
    <dsp:sp modelId="{6A034B32-5D95-49B4-B1F5-F0C398904191}">
      <dsp:nvSpPr>
        <dsp:cNvPr id="0" name=""/>
        <dsp:cNvSpPr/>
      </dsp:nvSpPr>
      <dsp:spPr>
        <a:xfrm>
          <a:off x="3095983" y="586963"/>
          <a:ext cx="2342277" cy="37213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spc="-20" dirty="0">
              <a:latin typeface="Tahoma"/>
              <a:cs typeface="Tahoma"/>
            </a:rPr>
            <a:t>Synthetic</a:t>
          </a:r>
          <a:r>
            <a:rPr lang="en-US" sz="1800" kern="1200" spc="-25" dirty="0">
              <a:latin typeface="Tahoma"/>
              <a:cs typeface="Tahoma"/>
            </a:rPr>
            <a:t> </a:t>
          </a:r>
          <a:r>
            <a:rPr lang="en-US" sz="1800" kern="1200" spc="-20" dirty="0">
              <a:latin typeface="Tahoma"/>
              <a:cs typeface="Tahoma"/>
            </a:rPr>
            <a:t>data only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spc="-25">
              <a:latin typeface="Tahoma"/>
              <a:cs typeface="Tahoma"/>
            </a:rPr>
            <a:t>Single</a:t>
          </a:r>
          <a:r>
            <a:rPr lang="en-US" sz="1800" kern="1200" spc="-30">
              <a:latin typeface="Tahoma"/>
              <a:cs typeface="Tahoma"/>
            </a:rPr>
            <a:t> </a:t>
          </a:r>
          <a:r>
            <a:rPr lang="en-US" sz="1800" kern="1200" spc="-20">
              <a:latin typeface="Tahoma"/>
              <a:cs typeface="Tahoma"/>
            </a:rPr>
            <a:t>failure</a:t>
          </a:r>
          <a:r>
            <a:rPr lang="en-US" sz="1800" kern="1200" spc="-30">
              <a:latin typeface="Tahoma"/>
              <a:cs typeface="Tahoma"/>
            </a:rPr>
            <a:t> </a:t>
          </a:r>
          <a:r>
            <a:rPr lang="en-US" sz="1800" kern="1200" spc="-20">
              <a:latin typeface="Tahoma"/>
              <a:cs typeface="Tahoma"/>
            </a:rPr>
            <a:t>mode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spc="-40">
              <a:latin typeface="Tahoma"/>
              <a:cs typeface="Tahoma"/>
            </a:rPr>
            <a:t>Requires</a:t>
          </a:r>
          <a:r>
            <a:rPr lang="en-US" sz="1800" kern="1200" spc="-5">
              <a:latin typeface="Tahoma"/>
              <a:cs typeface="Tahoma"/>
            </a:rPr>
            <a:t> </a:t>
          </a:r>
          <a:r>
            <a:rPr lang="en-US" sz="1800" kern="1200" spc="-55">
              <a:latin typeface="Tahoma"/>
              <a:cs typeface="Tahoma"/>
            </a:rPr>
            <a:t>30-</a:t>
          </a:r>
          <a:r>
            <a:rPr lang="en-US" sz="1800" kern="1200" spc="-45">
              <a:latin typeface="Tahoma"/>
              <a:cs typeface="Tahoma"/>
            </a:rPr>
            <a:t>day</a:t>
          </a:r>
          <a:r>
            <a:rPr lang="en-US" sz="1800" kern="1200" spc="5">
              <a:latin typeface="Tahoma"/>
              <a:cs typeface="Tahoma"/>
            </a:rPr>
            <a:t> </a:t>
          </a:r>
          <a:r>
            <a:rPr lang="en-US" sz="1800" kern="1200" spc="-25">
              <a:latin typeface="Tahoma"/>
              <a:cs typeface="Tahoma"/>
            </a:rPr>
            <a:t>historical</a:t>
          </a:r>
          <a:r>
            <a:rPr lang="en-US" sz="1800" kern="1200">
              <a:latin typeface="Tahoma"/>
              <a:cs typeface="Tahoma"/>
            </a:rPr>
            <a:t> </a:t>
          </a:r>
          <a:r>
            <a:rPr lang="en-US" sz="1800" kern="1200" spc="-20">
              <a:latin typeface="Tahoma"/>
              <a:cs typeface="Tahoma"/>
            </a:rPr>
            <a:t>data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spc="-10" dirty="0">
              <a:latin typeface="Tahoma"/>
              <a:cs typeface="Tahoma"/>
            </a:rPr>
            <a:t>Limited</a:t>
          </a:r>
          <a:r>
            <a:rPr lang="en-US" sz="1800" kern="1200" spc="-20" dirty="0">
              <a:latin typeface="Tahoma"/>
              <a:cs typeface="Tahoma"/>
            </a:rPr>
            <a:t> </a:t>
          </a:r>
          <a:r>
            <a:rPr lang="en-US" sz="1800" kern="1200" dirty="0">
              <a:latin typeface="Tahoma"/>
              <a:cs typeface="Tahoma"/>
            </a:rPr>
            <a:t>to</a:t>
          </a:r>
          <a:r>
            <a:rPr lang="en-US" sz="1800" kern="1200" spc="-15" dirty="0">
              <a:latin typeface="Tahoma"/>
              <a:cs typeface="Tahoma"/>
            </a:rPr>
            <a:t> </a:t>
          </a:r>
          <a:r>
            <a:rPr lang="en-US" sz="1800" kern="1200" spc="-20" dirty="0">
              <a:latin typeface="Tahoma"/>
              <a:cs typeface="Tahoma"/>
            </a:rPr>
            <a:t>rotational</a:t>
          </a:r>
          <a:r>
            <a:rPr lang="en-US" sz="1800" kern="1200" spc="-15" dirty="0">
              <a:latin typeface="Tahoma"/>
              <a:cs typeface="Tahoma"/>
            </a:rPr>
            <a:t> </a:t>
          </a:r>
          <a:r>
            <a:rPr lang="en-US" sz="1800" kern="1200" spc="-10" dirty="0">
              <a:latin typeface="Tahoma"/>
              <a:cs typeface="Tahoma"/>
            </a:rPr>
            <a:t>machinery</a:t>
          </a:r>
          <a:endParaRPr lang="en-US" sz="1800" kern="1200" dirty="0">
            <a:latin typeface="Tahoma"/>
            <a:cs typeface="Tahoma"/>
          </a:endParaRPr>
        </a:p>
      </dsp:txBody>
      <dsp:txXfrm>
        <a:off x="3095983" y="586963"/>
        <a:ext cx="2342277" cy="3721309"/>
      </dsp:txXfrm>
    </dsp:sp>
    <dsp:sp modelId="{7EE230A5-271B-4E38-8278-C2B93FDC55FC}">
      <dsp:nvSpPr>
        <dsp:cNvPr id="0" name=""/>
        <dsp:cNvSpPr/>
      </dsp:nvSpPr>
      <dsp:spPr>
        <a:xfrm>
          <a:off x="5766179" y="68563"/>
          <a:ext cx="2342277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Demo Video:</a:t>
          </a:r>
        </a:p>
      </dsp:txBody>
      <dsp:txXfrm>
        <a:off x="5766179" y="68563"/>
        <a:ext cx="2342277" cy="518400"/>
      </dsp:txXfrm>
    </dsp:sp>
    <dsp:sp modelId="{86C36DC3-B72C-4A63-8939-D6E4B3ED9235}">
      <dsp:nvSpPr>
        <dsp:cNvPr id="0" name=""/>
        <dsp:cNvSpPr/>
      </dsp:nvSpPr>
      <dsp:spPr>
        <a:xfrm>
          <a:off x="5766179" y="586963"/>
          <a:ext cx="2342277" cy="37213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spc="-20" dirty="0">
              <a:latin typeface="Tahoma"/>
              <a:cs typeface="Tahoma"/>
            </a:rPr>
            <a:t>Duration:</a:t>
          </a:r>
          <a:r>
            <a:rPr lang="en-US" sz="1800" kern="1200" spc="55" dirty="0">
              <a:latin typeface="Tahoma"/>
              <a:cs typeface="Tahoma"/>
            </a:rPr>
            <a:t> </a:t>
          </a:r>
          <a:r>
            <a:rPr lang="en-US" sz="1800" kern="1200" dirty="0">
              <a:latin typeface="Tahoma"/>
              <a:cs typeface="Tahoma"/>
            </a:rPr>
            <a:t>2</a:t>
          </a:r>
          <a:r>
            <a:rPr lang="en-US" sz="1800" kern="1200" spc="-35" dirty="0">
              <a:latin typeface="Tahoma"/>
              <a:cs typeface="Tahoma"/>
            </a:rPr>
            <a:t> </a:t>
          </a:r>
          <a:r>
            <a:rPr lang="en-US" sz="1800" kern="1200" spc="-10" dirty="0">
              <a:latin typeface="Tahoma"/>
              <a:cs typeface="Tahoma"/>
            </a:rPr>
            <a:t>minutes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spc="-50">
              <a:latin typeface="Tahoma"/>
              <a:cs typeface="Tahoma"/>
            </a:rPr>
            <a:t>Shows</a:t>
          </a:r>
          <a:r>
            <a:rPr lang="en-US" sz="1800" kern="1200" spc="-10">
              <a:latin typeface="Tahoma"/>
              <a:cs typeface="Tahoma"/>
            </a:rPr>
            <a:t> </a:t>
          </a:r>
          <a:r>
            <a:rPr lang="en-US" sz="1800" kern="1200" spc="-35">
              <a:latin typeface="Tahoma"/>
              <a:cs typeface="Tahoma"/>
            </a:rPr>
            <a:t>complete</a:t>
          </a:r>
          <a:r>
            <a:rPr lang="en-US" sz="1800" kern="1200" spc="-5">
              <a:latin typeface="Tahoma"/>
              <a:cs typeface="Tahoma"/>
            </a:rPr>
            <a:t> </a:t>
          </a:r>
          <a:r>
            <a:rPr lang="en-US" sz="1800" kern="1200" spc="-45">
              <a:latin typeface="Tahoma"/>
              <a:cs typeface="Tahoma"/>
            </a:rPr>
            <a:t>system</a:t>
          </a:r>
          <a:r>
            <a:rPr lang="en-US" sz="1800" kern="1200" spc="-15">
              <a:latin typeface="Tahoma"/>
              <a:cs typeface="Tahoma"/>
            </a:rPr>
            <a:t> </a:t>
          </a:r>
          <a:r>
            <a:rPr lang="en-US" sz="1800" kern="1200" spc="-10">
              <a:latin typeface="Tahoma"/>
              <a:cs typeface="Tahoma"/>
            </a:rPr>
            <a:t>workflow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spc="-35">
              <a:latin typeface="Tahoma"/>
              <a:cs typeface="Tahoma"/>
            </a:rPr>
            <a:t>Real-</a:t>
          </a:r>
          <a:r>
            <a:rPr lang="en-US" sz="1800" kern="1200" spc="-10">
              <a:latin typeface="Tahoma"/>
              <a:cs typeface="Tahoma"/>
            </a:rPr>
            <a:t>time</a:t>
          </a:r>
          <a:r>
            <a:rPr lang="en-US" sz="1800" kern="1200" spc="-25">
              <a:latin typeface="Tahoma"/>
              <a:cs typeface="Tahoma"/>
            </a:rPr>
            <a:t> </a:t>
          </a:r>
          <a:r>
            <a:rPr lang="en-US" sz="1800" kern="1200" spc="-10">
              <a:latin typeface="Tahoma"/>
              <a:cs typeface="Tahoma"/>
            </a:rPr>
            <a:t>predictions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ahoma"/>
              <a:cs typeface="Tahoma"/>
            </a:rPr>
            <a:t>Alert</a:t>
          </a:r>
          <a:r>
            <a:rPr lang="en-US" sz="1800" kern="1200" spc="-10" dirty="0">
              <a:latin typeface="Tahoma"/>
              <a:cs typeface="Tahoma"/>
            </a:rPr>
            <a:t> generation</a:t>
          </a:r>
          <a:endParaRPr lang="en-US" sz="1800" kern="1200" dirty="0">
            <a:latin typeface="Tahoma"/>
            <a:cs typeface="Tahoma"/>
          </a:endParaRPr>
        </a:p>
      </dsp:txBody>
      <dsp:txXfrm>
        <a:off x="5766179" y="586963"/>
        <a:ext cx="2342277" cy="3721309"/>
      </dsp:txXfrm>
    </dsp:sp>
    <dsp:sp modelId="{E02AF409-EEBB-405F-8C12-3233C4359E3E}">
      <dsp:nvSpPr>
        <dsp:cNvPr id="0" name=""/>
        <dsp:cNvSpPr/>
      </dsp:nvSpPr>
      <dsp:spPr>
        <a:xfrm>
          <a:off x="8436375" y="68563"/>
          <a:ext cx="2342277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Future Works:</a:t>
          </a:r>
        </a:p>
      </dsp:txBody>
      <dsp:txXfrm>
        <a:off x="8436375" y="68563"/>
        <a:ext cx="2342277" cy="518400"/>
      </dsp:txXfrm>
    </dsp:sp>
    <dsp:sp modelId="{E0DBA532-EF9D-4C75-B00C-E0DF9435016B}">
      <dsp:nvSpPr>
        <dsp:cNvPr id="0" name=""/>
        <dsp:cNvSpPr/>
      </dsp:nvSpPr>
      <dsp:spPr>
        <a:xfrm>
          <a:off x="8436375" y="586963"/>
          <a:ext cx="2342277" cy="37213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spc="-45" dirty="0">
              <a:latin typeface="Tahoma"/>
              <a:cs typeface="Tahoma"/>
            </a:rPr>
            <a:t>Hardware</a:t>
          </a:r>
          <a:r>
            <a:rPr lang="en-US" sz="1800" kern="1200" spc="-15" dirty="0">
              <a:latin typeface="Tahoma"/>
              <a:cs typeface="Tahoma"/>
            </a:rPr>
            <a:t> </a:t>
          </a:r>
          <a:r>
            <a:rPr lang="en-US" sz="1800" kern="1200" spc="-10" dirty="0">
              <a:latin typeface="Tahoma"/>
              <a:cs typeface="Tahoma"/>
            </a:rPr>
            <a:t>integration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>
              <a:latin typeface="Tahoma"/>
              <a:cs typeface="Tahoma"/>
            </a:rPr>
            <a:t>Multi-</a:t>
          </a:r>
          <a:r>
            <a:rPr lang="en-US" sz="1800" kern="1200" spc="-25" dirty="0">
              <a:latin typeface="Tahoma"/>
              <a:cs typeface="Tahoma"/>
            </a:rPr>
            <a:t>failure</a:t>
          </a:r>
          <a:r>
            <a:rPr lang="en-US" sz="1800" kern="1200" spc="35" dirty="0">
              <a:latin typeface="Tahoma"/>
              <a:cs typeface="Tahoma"/>
            </a:rPr>
            <a:t> </a:t>
          </a:r>
          <a:r>
            <a:rPr lang="en-US" sz="1800" kern="1200" spc="-10" dirty="0">
              <a:latin typeface="Tahoma"/>
              <a:cs typeface="Tahoma"/>
            </a:rPr>
            <a:t>detection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spc="-20" dirty="0">
              <a:latin typeface="Tahoma"/>
              <a:cs typeface="Tahoma"/>
            </a:rPr>
            <a:t>Web</a:t>
          </a:r>
          <a:r>
            <a:rPr lang="en-US" sz="1800" kern="1200" spc="-45" dirty="0">
              <a:latin typeface="Tahoma"/>
              <a:cs typeface="Tahoma"/>
            </a:rPr>
            <a:t> </a:t>
          </a:r>
          <a:r>
            <a:rPr lang="en-US" sz="1800" kern="1200" spc="-10" dirty="0">
              <a:latin typeface="Tahoma"/>
              <a:cs typeface="Tahoma"/>
            </a:rPr>
            <a:t>dashboard</a:t>
          </a:r>
          <a:endParaRPr lang="en-US" sz="1800" kern="1200" dirty="0">
            <a:latin typeface="Tahoma"/>
            <a:cs typeface="Tahoma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spc="-20" dirty="0">
              <a:latin typeface="Tahoma"/>
              <a:cs typeface="Tahoma"/>
            </a:rPr>
            <a:t>Edge</a:t>
          </a:r>
          <a:r>
            <a:rPr lang="en-US" sz="1800" kern="1200" spc="-55" dirty="0">
              <a:latin typeface="Tahoma"/>
              <a:cs typeface="Tahoma"/>
            </a:rPr>
            <a:t> </a:t>
          </a:r>
          <a:r>
            <a:rPr lang="en-US" sz="1800" kern="1200" spc="-10" dirty="0">
              <a:latin typeface="Tahoma"/>
              <a:cs typeface="Tahoma"/>
            </a:rPr>
            <a:t>deployment</a:t>
          </a:r>
          <a:endParaRPr lang="en-US" sz="1800" kern="1200" dirty="0">
            <a:latin typeface="Tahoma"/>
            <a:cs typeface="Tahoma"/>
          </a:endParaRPr>
        </a:p>
      </dsp:txBody>
      <dsp:txXfrm>
        <a:off x="8436375" y="586963"/>
        <a:ext cx="2342277" cy="37213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AA763-0C95-45B3-9C98-A4C613507536}">
      <dsp:nvSpPr>
        <dsp:cNvPr id="0" name=""/>
        <dsp:cNvSpPr/>
      </dsp:nvSpPr>
      <dsp:spPr>
        <a:xfrm>
          <a:off x="52" y="13492"/>
          <a:ext cx="5037357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Key Achievements:</a:t>
          </a:r>
          <a:endParaRPr lang="en-US" sz="2000" kern="1200"/>
        </a:p>
      </dsp:txBody>
      <dsp:txXfrm>
        <a:off x="52" y="13492"/>
        <a:ext cx="5037357" cy="576000"/>
      </dsp:txXfrm>
    </dsp:sp>
    <dsp:sp modelId="{DB2115B0-C83B-4407-A833-CF34AE041D52}">
      <dsp:nvSpPr>
        <dsp:cNvPr id="0" name=""/>
        <dsp:cNvSpPr/>
      </dsp:nvSpPr>
      <dsp:spPr>
        <a:xfrm>
          <a:off x="52" y="589492"/>
          <a:ext cx="5037357" cy="30743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Developed digital twin for rotating shaft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Implemented 3-stage ML pipeline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Achieved 11.74 days RUL RMSE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Provided 15-20 days early warning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Created real-time monitoring dashboard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64% improvement over baseline methods</a:t>
          </a:r>
          <a:endParaRPr lang="en-US" sz="2000" kern="1200"/>
        </a:p>
      </dsp:txBody>
      <dsp:txXfrm>
        <a:off x="52" y="589492"/>
        <a:ext cx="5037357" cy="3074399"/>
      </dsp:txXfrm>
    </dsp:sp>
    <dsp:sp modelId="{430DA4D2-C427-4E4F-8439-BC9CD79D475C}">
      <dsp:nvSpPr>
        <dsp:cNvPr id="0" name=""/>
        <dsp:cNvSpPr/>
      </dsp:nvSpPr>
      <dsp:spPr>
        <a:xfrm>
          <a:off x="5742640" y="13492"/>
          <a:ext cx="5037357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Industrial Impact:</a:t>
          </a:r>
          <a:endParaRPr lang="en-US" sz="2000" kern="1200"/>
        </a:p>
      </dsp:txBody>
      <dsp:txXfrm>
        <a:off x="5742640" y="13492"/>
        <a:ext cx="5037357" cy="576000"/>
      </dsp:txXfrm>
    </dsp:sp>
    <dsp:sp modelId="{DD377611-113E-4BCA-A228-14865C91F1A4}">
      <dsp:nvSpPr>
        <dsp:cNvPr id="0" name=""/>
        <dsp:cNvSpPr/>
      </dsp:nvSpPr>
      <dsp:spPr>
        <a:xfrm>
          <a:off x="5742640" y="589492"/>
          <a:ext cx="5037357" cy="30743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highlight>
                <a:srgbClr val="00FF00"/>
              </a:highlight>
            </a:rPr>
            <a:t>40% </a:t>
          </a:r>
          <a:r>
            <a:rPr lang="en-IN" sz="2000" kern="1200" dirty="0"/>
            <a:t>reduction in unplanned downtime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highlight>
                <a:srgbClr val="00FF00"/>
              </a:highlight>
            </a:rPr>
            <a:t>30% </a:t>
          </a:r>
          <a:r>
            <a:rPr lang="en-IN" sz="2000" kern="1200" dirty="0"/>
            <a:t>reduction in maintenance costs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highlight>
                <a:srgbClr val="00FF00"/>
              </a:highlight>
            </a:rPr>
            <a:t>15+ </a:t>
          </a:r>
          <a:r>
            <a:rPr lang="en-IN" sz="2000" kern="1200" dirty="0"/>
            <a:t>days proactive maintenance window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highlight>
                <a:srgbClr val="00FF00"/>
              </a:highlight>
            </a:rPr>
            <a:t>95.5% </a:t>
          </a:r>
          <a:r>
            <a:rPr lang="en-IN" sz="2000" kern="1200" dirty="0"/>
            <a:t>fault detection accuracy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i="1" kern="1200" dirty="0">
              <a:highlight>
                <a:srgbClr val="00FF00"/>
              </a:highlight>
            </a:rPr>
            <a:t>&lt; </a:t>
          </a:r>
          <a:r>
            <a:rPr lang="en-IN" sz="2000" kern="1200" dirty="0">
              <a:highlight>
                <a:srgbClr val="00FF00"/>
              </a:highlight>
            </a:rPr>
            <a:t>5% </a:t>
          </a:r>
          <a:r>
            <a:rPr lang="en-IN" sz="2000" kern="1200" dirty="0"/>
            <a:t>false alarm rate</a:t>
          </a:r>
          <a:endParaRPr lang="en-US" sz="2000" kern="1200" dirty="0"/>
        </a:p>
      </dsp:txBody>
      <dsp:txXfrm>
        <a:off x="5742640" y="589492"/>
        <a:ext cx="5037357" cy="307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42700-B0A4-E665-C50D-5BA2509EE5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7A53E-DC12-4EF1-FB69-EF7C780D9E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5DB5A-F0F5-4A5C-B9AE-9686F91EDAA9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0B637-B3B9-E206-142D-B4A217AA43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C3A66-6EFA-94A2-2105-4F780E778C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0F088-8B89-431B-894B-2E60B5E9F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493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349DF-9BAC-4A39-8924-FC93259EB14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7B41F-7AF3-4088-BA26-539006860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265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7B41F-7AF3-4088-BA26-5390068606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36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7B41F-7AF3-4088-BA26-5390068606C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659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7B41F-7AF3-4088-BA26-5390068606C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896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4768-ECA0-55F2-52B6-F2462DE52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F59B5-5947-BA47-41A3-A84EA5036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9E5B1-D1EE-CFAD-E66A-C797DD773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9E4C4-0D06-EC34-7FE7-5A4276B5F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7B41F-7AF3-4088-BA26-5390068606C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683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1C9F-E07F-4340-B4E5-FAE17BA9C775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1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C0A0-CA26-43BC-87B4-9EC43BF31270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7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D8B6-01B6-4086-A285-C98F2CD9B768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83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23C07-F4F4-430F-AB12-5DEEF05D6435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6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50FC-B8EA-4A24-8496-7136BDD21223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14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12C9-BD46-411A-8C06-40D3FE93210B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F648-B8C6-40B4-BE9B-CA1C9612689A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9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DB723454-7068-4E97-B219-4214B182D492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62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A7B1EB-BD49-4029-AB03-8DF0A2119CD0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D870-CDA3-4540-BFED-007C62D992C2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25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7F1B-42C6-4979-B7E0-E348AA7FE90E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60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D2E41F8-D78A-4C08-A783-864D1E6D2D93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86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NC lathe processing">
            <a:extLst>
              <a:ext uri="{FF2B5EF4-FFF2-40B4-BE49-F238E27FC236}">
                <a16:creationId xmlns:a16="http://schemas.microsoft.com/office/drawing/2014/main" id="{9ACCB7D6-5EFA-FD29-BF6A-1E0D0361BA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5730"/>
          <a:stretch>
            <a:fillRect/>
          </a:stretch>
        </p:blipFill>
        <p:spPr>
          <a:xfrm>
            <a:off x="-3155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85EE5B-D131-DB16-D052-912D33120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33232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Digital Twin of a Rotating Shaft for Predictive Maintenance using MATLAB Simulink and </a:t>
            </a:r>
            <a:r>
              <a:rPr lang="en-US" sz="3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Simscape</a:t>
            </a:r>
            <a:endParaRPr lang="en-US" sz="3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B81817D3-A9DE-146C-7AB7-7A261AE47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871" y="4183434"/>
            <a:ext cx="7254910" cy="2230732"/>
          </a:xfrm>
        </p:spPr>
        <p:txBody>
          <a:bodyPr vert="horz" lIns="0" tIns="45720" rIns="0" bIns="45720" rtlCol="0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MDM2104 – Case Study: Intelligent Systems in Production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9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Sameer K. Subair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Karthik Gopi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Nihal Sait Nishan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Abdul Rashid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Kundladi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CF55D-2A7D-BD41-95E0-13C5D081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78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FA9AE-E666-9460-19D4-9098A831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US" spc="-130">
                <a:solidFill>
                  <a:srgbClr val="FFFFFF"/>
                </a:solidFill>
              </a:rPr>
              <a:t>Industrial</a:t>
            </a:r>
            <a:r>
              <a:rPr lang="en-US" spc="35">
                <a:solidFill>
                  <a:srgbClr val="FFFFFF"/>
                </a:solidFill>
              </a:rPr>
              <a:t> </a:t>
            </a:r>
            <a:r>
              <a:rPr lang="en-US" spc="-130">
                <a:solidFill>
                  <a:srgbClr val="FFFFFF"/>
                </a:solidFill>
              </a:rPr>
              <a:t>Problem</a:t>
            </a:r>
            <a:r>
              <a:rPr lang="en-US" spc="35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FFFF"/>
                </a:solidFill>
              </a:rPr>
              <a:t>&amp;</a:t>
            </a:r>
            <a:r>
              <a:rPr lang="en-US" spc="35">
                <a:solidFill>
                  <a:srgbClr val="FFFFFF"/>
                </a:solidFill>
              </a:rPr>
              <a:t> </a:t>
            </a:r>
            <a:r>
              <a:rPr lang="en-US" spc="-90">
                <a:solidFill>
                  <a:srgbClr val="FFFFFF"/>
                </a:solidFill>
              </a:rPr>
              <a:t>Goal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01C99F8-5F7B-AD05-6D37-05520BE08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958" y="605896"/>
            <a:ext cx="5923721" cy="5646208"/>
          </a:xfrm>
        </p:spPr>
        <p:txBody>
          <a:bodyPr anchor="ctr">
            <a:normAutofit/>
          </a:bodyPr>
          <a:lstStyle/>
          <a:p>
            <a:pPr marL="81915">
              <a:lnSpc>
                <a:spcPct val="110000"/>
              </a:lnSpc>
              <a:spcBef>
                <a:spcPts val="95"/>
              </a:spcBef>
            </a:pPr>
            <a:r>
              <a:rPr lang="en-IN" sz="1700" spc="-110" dirty="0">
                <a:latin typeface="Arial Black"/>
                <a:cs typeface="Arial Black"/>
              </a:rPr>
              <a:t>Industrial</a:t>
            </a:r>
            <a:r>
              <a:rPr lang="en-IN" sz="1700" spc="90" dirty="0">
                <a:latin typeface="Arial Black"/>
                <a:cs typeface="Arial Black"/>
              </a:rPr>
              <a:t> </a:t>
            </a:r>
            <a:r>
              <a:rPr lang="en-IN" sz="1700" spc="-20" dirty="0">
                <a:latin typeface="Arial Black"/>
                <a:cs typeface="Arial Black"/>
              </a:rPr>
              <a:t>Challenge:</a:t>
            </a:r>
            <a:endParaRPr lang="en-IN" sz="1700" dirty="0">
              <a:latin typeface="Arial Black"/>
              <a:cs typeface="Arial Black"/>
            </a:endParaRPr>
          </a:p>
          <a:p>
            <a:pPr marL="603758" lvl="1" indent="-285750">
              <a:lnSpc>
                <a:spcPct val="110000"/>
              </a:lnSpc>
              <a:spcBef>
                <a:spcPts val="810"/>
              </a:spcBef>
              <a:buClr>
                <a:srgbClr val="3333B2"/>
              </a:buClr>
              <a:buFont typeface="Arial" panose="020B0604020202020204" pitchFamily="34" charset="0"/>
              <a:buChar char="•"/>
              <a:tabLst>
                <a:tab pos="191135" algn="l"/>
              </a:tabLst>
            </a:pPr>
            <a:r>
              <a:rPr lang="en-IN" sz="1700" spc="-85" dirty="0">
                <a:latin typeface="Arial Black"/>
                <a:cs typeface="Arial Black"/>
              </a:rPr>
              <a:t>Cost:</a:t>
            </a:r>
            <a:r>
              <a:rPr lang="en-IN" sz="1700" spc="35" dirty="0">
                <a:latin typeface="Arial Black"/>
                <a:cs typeface="Arial Black"/>
              </a:rPr>
              <a:t> </a:t>
            </a:r>
            <a:r>
              <a:rPr lang="en-IN" sz="1700" spc="-25" dirty="0">
                <a:latin typeface="Tahoma"/>
                <a:cs typeface="Tahoma"/>
              </a:rPr>
              <a:t>116k/hour </a:t>
            </a:r>
            <a:r>
              <a:rPr lang="en-IN" sz="1700" spc="-10" dirty="0">
                <a:latin typeface="Tahoma"/>
                <a:cs typeface="Tahoma"/>
              </a:rPr>
              <a:t>for</a:t>
            </a:r>
            <a:r>
              <a:rPr lang="en-IN" sz="1700" spc="-30" dirty="0">
                <a:latin typeface="Tahoma"/>
                <a:cs typeface="Tahoma"/>
              </a:rPr>
              <a:t> </a:t>
            </a:r>
            <a:r>
              <a:rPr lang="en-IN" sz="1700" spc="-50" dirty="0">
                <a:latin typeface="Tahoma"/>
                <a:cs typeface="Tahoma"/>
              </a:rPr>
              <a:t>unplanned</a:t>
            </a:r>
            <a:r>
              <a:rPr lang="en-IN" sz="1700" spc="-30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downtime</a:t>
            </a:r>
            <a:endParaRPr lang="en-IN" sz="1700" dirty="0">
              <a:latin typeface="Tahoma"/>
              <a:cs typeface="Tahoma"/>
            </a:endParaRPr>
          </a:p>
          <a:p>
            <a:pPr marL="603758" lvl="1" indent="-285750">
              <a:lnSpc>
                <a:spcPct val="110000"/>
              </a:lnSpc>
              <a:spcBef>
                <a:spcPts val="595"/>
              </a:spcBef>
              <a:buClr>
                <a:srgbClr val="3333B2"/>
              </a:buClr>
              <a:buFont typeface="Arial" panose="020B0604020202020204" pitchFamily="34" charset="0"/>
              <a:buChar char="•"/>
              <a:tabLst>
                <a:tab pos="191135" algn="l"/>
              </a:tabLst>
            </a:pPr>
            <a:r>
              <a:rPr lang="en-IN" sz="1700" spc="-85" dirty="0">
                <a:latin typeface="Tahoma"/>
                <a:cs typeface="Tahoma"/>
              </a:rPr>
              <a:t>37%</a:t>
            </a:r>
            <a:r>
              <a:rPr lang="en-IN" sz="1700" spc="5" dirty="0">
                <a:latin typeface="Tahoma"/>
                <a:cs typeface="Tahoma"/>
              </a:rPr>
              <a:t> </a:t>
            </a:r>
            <a:r>
              <a:rPr lang="en-IN" sz="1700" dirty="0">
                <a:latin typeface="Tahoma"/>
                <a:cs typeface="Tahoma"/>
              </a:rPr>
              <a:t>of</a:t>
            </a:r>
            <a:r>
              <a:rPr lang="en-IN" sz="1700" spc="-45" dirty="0">
                <a:latin typeface="Tahoma"/>
                <a:cs typeface="Tahoma"/>
              </a:rPr>
              <a:t> </a:t>
            </a:r>
            <a:r>
              <a:rPr lang="en-IN" sz="1700" spc="-30" dirty="0">
                <a:latin typeface="Tahoma"/>
                <a:cs typeface="Tahoma"/>
              </a:rPr>
              <a:t>failures</a:t>
            </a:r>
            <a:r>
              <a:rPr lang="en-IN" sz="1700" spc="-15" dirty="0">
                <a:latin typeface="Tahoma"/>
                <a:cs typeface="Tahoma"/>
              </a:rPr>
              <a:t> </a:t>
            </a:r>
            <a:r>
              <a:rPr lang="en-IN" sz="1700" spc="-50" dirty="0">
                <a:latin typeface="Tahoma"/>
                <a:cs typeface="Tahoma"/>
              </a:rPr>
              <a:t>are</a:t>
            </a:r>
            <a:r>
              <a:rPr lang="en-IN" sz="1700" spc="-15" dirty="0">
                <a:latin typeface="Tahoma"/>
                <a:cs typeface="Tahoma"/>
              </a:rPr>
              <a:t> </a:t>
            </a:r>
            <a:r>
              <a:rPr lang="en-IN" sz="1700" spc="-20" dirty="0">
                <a:latin typeface="Tahoma"/>
                <a:cs typeface="Tahoma"/>
              </a:rPr>
              <a:t>stator</a:t>
            </a:r>
            <a:r>
              <a:rPr lang="en-IN" sz="1700" spc="-15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faults</a:t>
            </a:r>
            <a:endParaRPr lang="en-IN" sz="1700" dirty="0">
              <a:latin typeface="Tahoma"/>
              <a:cs typeface="Tahoma"/>
            </a:endParaRPr>
          </a:p>
          <a:p>
            <a:pPr marL="603758" lvl="1" indent="-285750">
              <a:lnSpc>
                <a:spcPct val="110000"/>
              </a:lnSpc>
              <a:spcBef>
                <a:spcPts val="595"/>
              </a:spcBef>
              <a:buClr>
                <a:srgbClr val="3333B2"/>
              </a:buClr>
              <a:buFont typeface="Arial" panose="020B0604020202020204" pitchFamily="34" charset="0"/>
              <a:buChar char="•"/>
              <a:tabLst>
                <a:tab pos="191135" algn="l"/>
              </a:tabLst>
            </a:pPr>
            <a:r>
              <a:rPr lang="en-IN" sz="1700" spc="-40" dirty="0">
                <a:latin typeface="Tahoma"/>
                <a:cs typeface="Tahoma"/>
              </a:rPr>
              <a:t>Reactive/scheduled</a:t>
            </a:r>
            <a:r>
              <a:rPr lang="en-IN" sz="1700" spc="25" dirty="0">
                <a:latin typeface="Tahoma"/>
                <a:cs typeface="Tahoma"/>
              </a:rPr>
              <a:t> </a:t>
            </a:r>
            <a:r>
              <a:rPr lang="en-IN" sz="1700" spc="-40" dirty="0">
                <a:latin typeface="Tahoma"/>
                <a:cs typeface="Tahoma"/>
              </a:rPr>
              <a:t>maintenance</a:t>
            </a:r>
            <a:r>
              <a:rPr lang="en-IN" sz="1700" spc="30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ineffective</a:t>
            </a:r>
            <a:endParaRPr lang="en-IN" sz="1700" dirty="0">
              <a:latin typeface="Tahoma"/>
              <a:cs typeface="Tahoma"/>
            </a:endParaRPr>
          </a:p>
          <a:p>
            <a:pPr marL="603758" lvl="1" indent="-285750">
              <a:lnSpc>
                <a:spcPct val="110000"/>
              </a:lnSpc>
              <a:spcBef>
                <a:spcPts val="590"/>
              </a:spcBef>
              <a:buClr>
                <a:srgbClr val="3333B2"/>
              </a:buClr>
              <a:buFont typeface="Arial" panose="020B0604020202020204" pitchFamily="34" charset="0"/>
              <a:buChar char="•"/>
              <a:tabLst>
                <a:tab pos="191135" algn="l"/>
              </a:tabLst>
            </a:pPr>
            <a:r>
              <a:rPr lang="en-IN" sz="1700" spc="-30" dirty="0">
                <a:latin typeface="Tahoma"/>
                <a:cs typeface="Tahoma"/>
              </a:rPr>
              <a:t>Need</a:t>
            </a:r>
            <a:r>
              <a:rPr lang="en-IN" sz="1700" spc="-35" dirty="0">
                <a:latin typeface="Tahoma"/>
                <a:cs typeface="Tahoma"/>
              </a:rPr>
              <a:t> real-</a:t>
            </a:r>
            <a:r>
              <a:rPr lang="en-IN" sz="1700" spc="-20" dirty="0">
                <a:latin typeface="Tahoma"/>
                <a:cs typeface="Tahoma"/>
              </a:rPr>
              <a:t>time</a:t>
            </a:r>
            <a:r>
              <a:rPr lang="en-IN" sz="1700" spc="-30" dirty="0">
                <a:latin typeface="Tahoma"/>
                <a:cs typeface="Tahoma"/>
              </a:rPr>
              <a:t> </a:t>
            </a:r>
            <a:r>
              <a:rPr lang="en-IN" sz="1700" spc="-25" dirty="0">
                <a:latin typeface="Tahoma"/>
                <a:cs typeface="Tahoma"/>
              </a:rPr>
              <a:t>health </a:t>
            </a:r>
            <a:r>
              <a:rPr lang="en-IN" sz="1700" spc="-10" dirty="0">
                <a:latin typeface="Tahoma"/>
                <a:cs typeface="Tahoma"/>
              </a:rPr>
              <a:t>monitoring</a:t>
            </a:r>
            <a:endParaRPr lang="en-IN" sz="1700" dirty="0">
              <a:latin typeface="Tahoma"/>
              <a:cs typeface="Tahoma"/>
            </a:endParaRPr>
          </a:p>
          <a:p>
            <a:pPr marL="81915">
              <a:lnSpc>
                <a:spcPct val="110000"/>
              </a:lnSpc>
              <a:spcBef>
                <a:spcPts val="810"/>
              </a:spcBef>
            </a:pPr>
            <a:r>
              <a:rPr lang="en-IN" sz="1700" spc="-100" dirty="0">
                <a:latin typeface="Arial Black"/>
                <a:cs typeface="Arial Black"/>
              </a:rPr>
              <a:t>Project</a:t>
            </a:r>
            <a:r>
              <a:rPr lang="en-IN" sz="1700" spc="55" dirty="0">
                <a:latin typeface="Arial Black"/>
                <a:cs typeface="Arial Black"/>
              </a:rPr>
              <a:t> </a:t>
            </a:r>
            <a:r>
              <a:rPr lang="en-IN" sz="1700" spc="-20" dirty="0">
                <a:latin typeface="Arial Black"/>
                <a:cs typeface="Arial Black"/>
              </a:rPr>
              <a:t>Goal:</a:t>
            </a:r>
            <a:endParaRPr lang="en-IN" sz="1700" dirty="0">
              <a:latin typeface="Arial Black"/>
              <a:cs typeface="Arial Black"/>
            </a:endParaRPr>
          </a:p>
          <a:p>
            <a:pPr marL="485013" lvl="1" indent="-167005">
              <a:lnSpc>
                <a:spcPct val="110000"/>
              </a:lnSpc>
              <a:spcBef>
                <a:spcPts val="815"/>
              </a:spcBef>
              <a:buClr>
                <a:schemeClr val="tx1"/>
              </a:buClr>
              <a:buAutoNum type="arabicPeriod"/>
              <a:tabLst>
                <a:tab pos="192405" algn="l"/>
              </a:tabLst>
            </a:pPr>
            <a:r>
              <a:rPr lang="en-IN" sz="1700" dirty="0">
                <a:latin typeface="Tahoma"/>
                <a:cs typeface="Tahoma"/>
              </a:rPr>
              <a:t>Build</a:t>
            </a:r>
            <a:r>
              <a:rPr lang="en-IN" sz="1700" spc="-20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digital</a:t>
            </a:r>
            <a:r>
              <a:rPr lang="en-IN" sz="1700" spc="-20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twin</a:t>
            </a:r>
            <a:r>
              <a:rPr lang="en-IN" sz="1700" spc="-20" dirty="0">
                <a:latin typeface="Tahoma"/>
                <a:cs typeface="Tahoma"/>
              </a:rPr>
              <a:t> </a:t>
            </a:r>
            <a:r>
              <a:rPr lang="en-IN" sz="1700" dirty="0">
                <a:latin typeface="Tahoma"/>
                <a:cs typeface="Tahoma"/>
              </a:rPr>
              <a:t>of</a:t>
            </a:r>
            <a:r>
              <a:rPr lang="en-IN" sz="1700" spc="-20" dirty="0">
                <a:latin typeface="Tahoma"/>
                <a:cs typeface="Tahoma"/>
              </a:rPr>
              <a:t> rotating</a:t>
            </a:r>
            <a:r>
              <a:rPr lang="en-IN" sz="1700" spc="-25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shaft</a:t>
            </a:r>
            <a:endParaRPr lang="en-IN" sz="1700" dirty="0">
              <a:latin typeface="Tahoma"/>
              <a:cs typeface="Tahoma"/>
            </a:endParaRPr>
          </a:p>
          <a:p>
            <a:pPr marL="485013" lvl="1" indent="-167005">
              <a:lnSpc>
                <a:spcPct val="110000"/>
              </a:lnSpc>
              <a:spcBef>
                <a:spcPts val="590"/>
              </a:spcBef>
              <a:buClr>
                <a:schemeClr val="tx1"/>
              </a:buClr>
              <a:buAutoNum type="arabicPeriod"/>
              <a:tabLst>
                <a:tab pos="192405" algn="l"/>
              </a:tabLst>
            </a:pPr>
            <a:r>
              <a:rPr lang="en-IN" sz="1700" dirty="0">
                <a:latin typeface="Tahoma"/>
                <a:cs typeface="Tahoma"/>
              </a:rPr>
              <a:t>Extract</a:t>
            </a:r>
            <a:r>
              <a:rPr lang="en-IN" sz="1700" spc="-30" dirty="0">
                <a:latin typeface="Tahoma"/>
                <a:cs typeface="Tahoma"/>
              </a:rPr>
              <a:t> </a:t>
            </a:r>
            <a:r>
              <a:rPr lang="en-IN" sz="1700" spc="-35" dirty="0">
                <a:latin typeface="Tahoma"/>
                <a:cs typeface="Tahoma"/>
              </a:rPr>
              <a:t>real-</a:t>
            </a:r>
            <a:r>
              <a:rPr lang="en-IN" sz="1700" spc="-20" dirty="0">
                <a:latin typeface="Tahoma"/>
                <a:cs typeface="Tahoma"/>
              </a:rPr>
              <a:t>time</a:t>
            </a:r>
            <a:r>
              <a:rPr lang="en-IN" sz="1700" spc="-30" dirty="0">
                <a:latin typeface="Tahoma"/>
                <a:cs typeface="Tahoma"/>
              </a:rPr>
              <a:t> </a:t>
            </a:r>
            <a:r>
              <a:rPr lang="en-IN" sz="1700" spc="-25" dirty="0">
                <a:latin typeface="Tahoma"/>
                <a:cs typeface="Tahoma"/>
              </a:rPr>
              <a:t>vibration</a:t>
            </a:r>
            <a:r>
              <a:rPr lang="en-IN" sz="1700" spc="-35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features</a:t>
            </a:r>
            <a:endParaRPr lang="en-IN" sz="1700" dirty="0">
              <a:latin typeface="Tahoma"/>
              <a:cs typeface="Tahoma"/>
            </a:endParaRPr>
          </a:p>
          <a:p>
            <a:pPr marL="485013" lvl="1" indent="-167005">
              <a:lnSpc>
                <a:spcPct val="110000"/>
              </a:lnSpc>
              <a:spcBef>
                <a:spcPts val="595"/>
              </a:spcBef>
              <a:buClr>
                <a:schemeClr val="tx1"/>
              </a:buClr>
              <a:buAutoNum type="arabicPeriod"/>
              <a:tabLst>
                <a:tab pos="192405" algn="l"/>
              </a:tabLst>
            </a:pPr>
            <a:r>
              <a:rPr lang="en-IN" sz="1700" spc="-45" dirty="0">
                <a:latin typeface="Tahoma"/>
                <a:cs typeface="Tahoma"/>
              </a:rPr>
              <a:t>Implement</a:t>
            </a:r>
            <a:r>
              <a:rPr lang="en-IN" sz="1700" spc="10" dirty="0">
                <a:latin typeface="Tahoma"/>
                <a:cs typeface="Tahoma"/>
              </a:rPr>
              <a:t> </a:t>
            </a:r>
            <a:r>
              <a:rPr lang="en-IN" sz="1700" spc="-55" dirty="0">
                <a:latin typeface="Tahoma"/>
                <a:cs typeface="Tahoma"/>
              </a:rPr>
              <a:t>3-</a:t>
            </a:r>
            <a:r>
              <a:rPr lang="en-IN" sz="1700" spc="-45" dirty="0">
                <a:latin typeface="Tahoma"/>
                <a:cs typeface="Tahoma"/>
              </a:rPr>
              <a:t>stage</a:t>
            </a:r>
            <a:r>
              <a:rPr lang="en-IN" sz="1700" spc="5" dirty="0">
                <a:latin typeface="Tahoma"/>
                <a:cs typeface="Tahoma"/>
              </a:rPr>
              <a:t> </a:t>
            </a:r>
            <a:r>
              <a:rPr lang="en-IN" sz="1700" spc="60" dirty="0">
                <a:latin typeface="Tahoma"/>
                <a:cs typeface="Tahoma"/>
              </a:rPr>
              <a:t>ML</a:t>
            </a:r>
            <a:r>
              <a:rPr lang="en-IN" sz="1700" spc="10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pipeline</a:t>
            </a:r>
            <a:endParaRPr lang="en-IN" sz="1700" dirty="0">
              <a:latin typeface="Tahoma"/>
              <a:cs typeface="Tahoma"/>
            </a:endParaRPr>
          </a:p>
          <a:p>
            <a:pPr marL="485013" lvl="1" indent="-167005">
              <a:lnSpc>
                <a:spcPct val="110000"/>
              </a:lnSpc>
              <a:spcBef>
                <a:spcPts val="595"/>
              </a:spcBef>
              <a:buClr>
                <a:schemeClr val="tx1"/>
              </a:buClr>
              <a:buAutoNum type="arabicPeriod"/>
              <a:tabLst>
                <a:tab pos="192405" algn="l"/>
              </a:tabLst>
            </a:pPr>
            <a:r>
              <a:rPr lang="en-IN" sz="1700" spc="-30" dirty="0">
                <a:latin typeface="Tahoma"/>
                <a:cs typeface="Tahoma"/>
              </a:rPr>
              <a:t>Achieve</a:t>
            </a:r>
            <a:r>
              <a:rPr lang="en-IN" sz="1700" spc="-10" dirty="0">
                <a:latin typeface="Tahoma"/>
                <a:cs typeface="Tahoma"/>
              </a:rPr>
              <a:t> </a:t>
            </a:r>
            <a:r>
              <a:rPr lang="en-IN" sz="1700" dirty="0">
                <a:latin typeface="Arial Black"/>
                <a:cs typeface="Arial Black"/>
              </a:rPr>
              <a:t>15+</a:t>
            </a:r>
            <a:r>
              <a:rPr lang="en-IN" sz="1700" spc="25" dirty="0">
                <a:latin typeface="Arial Black"/>
                <a:cs typeface="Arial Black"/>
              </a:rPr>
              <a:t> </a:t>
            </a:r>
            <a:r>
              <a:rPr lang="en-IN" sz="1700" spc="-160" dirty="0">
                <a:latin typeface="Arial Black"/>
                <a:cs typeface="Arial Black"/>
              </a:rPr>
              <a:t>days</a:t>
            </a:r>
            <a:r>
              <a:rPr lang="en-IN" sz="1700" spc="30" dirty="0">
                <a:latin typeface="Arial Black"/>
                <a:cs typeface="Arial Black"/>
              </a:rPr>
              <a:t> </a:t>
            </a:r>
            <a:r>
              <a:rPr lang="en-IN" sz="1700" spc="-130" dirty="0">
                <a:latin typeface="Arial Black"/>
                <a:cs typeface="Arial Black"/>
              </a:rPr>
              <a:t>early</a:t>
            </a:r>
            <a:r>
              <a:rPr lang="en-IN" sz="1700" spc="30" dirty="0">
                <a:latin typeface="Arial Black"/>
                <a:cs typeface="Arial Black"/>
              </a:rPr>
              <a:t> </a:t>
            </a:r>
            <a:r>
              <a:rPr lang="en-IN" sz="1700" spc="-10" dirty="0">
                <a:latin typeface="Arial Black"/>
                <a:cs typeface="Arial Black"/>
              </a:rPr>
              <a:t>warning</a:t>
            </a:r>
            <a:endParaRPr lang="en-IN" sz="1700" dirty="0">
              <a:latin typeface="Arial Black"/>
              <a:cs typeface="Arial Black"/>
            </a:endParaRPr>
          </a:p>
          <a:p>
            <a:pPr marL="485013" lvl="1" indent="-167005">
              <a:lnSpc>
                <a:spcPct val="110000"/>
              </a:lnSpc>
              <a:spcBef>
                <a:spcPts val="590"/>
              </a:spcBef>
              <a:buClr>
                <a:schemeClr val="tx1"/>
              </a:buClr>
              <a:buAutoNum type="arabicPeriod"/>
              <a:tabLst>
                <a:tab pos="192405" algn="l"/>
              </a:tabLst>
            </a:pPr>
            <a:r>
              <a:rPr lang="en-IN" sz="1700" spc="-35" dirty="0">
                <a:latin typeface="Tahoma"/>
                <a:cs typeface="Tahoma"/>
              </a:rPr>
              <a:t>Reduce</a:t>
            </a:r>
            <a:r>
              <a:rPr lang="en-IN" sz="1700" spc="-45" dirty="0">
                <a:latin typeface="Tahoma"/>
                <a:cs typeface="Tahoma"/>
              </a:rPr>
              <a:t> </a:t>
            </a:r>
            <a:r>
              <a:rPr lang="en-IN" sz="1700" spc="-40" dirty="0">
                <a:latin typeface="Tahoma"/>
                <a:cs typeface="Tahoma"/>
              </a:rPr>
              <a:t>maintenance</a:t>
            </a:r>
            <a:r>
              <a:rPr lang="en-IN" sz="1700" spc="-35" dirty="0">
                <a:latin typeface="Tahoma"/>
                <a:cs typeface="Tahoma"/>
              </a:rPr>
              <a:t> </a:t>
            </a:r>
            <a:r>
              <a:rPr lang="en-IN" sz="1700" spc="-25" dirty="0">
                <a:latin typeface="Tahoma"/>
                <a:cs typeface="Tahoma"/>
              </a:rPr>
              <a:t>costs</a:t>
            </a:r>
            <a:r>
              <a:rPr lang="en-IN" sz="1700" spc="-45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by</a:t>
            </a:r>
            <a:r>
              <a:rPr lang="en-IN" sz="1700" spc="-35" dirty="0">
                <a:latin typeface="Tahoma"/>
                <a:cs typeface="Tahoma"/>
              </a:rPr>
              <a:t> </a:t>
            </a:r>
            <a:r>
              <a:rPr lang="en-IN" sz="1700" spc="-25" dirty="0">
                <a:latin typeface="Arial Black"/>
                <a:cs typeface="Arial Black"/>
              </a:rPr>
              <a:t>30%</a:t>
            </a:r>
            <a:endParaRPr lang="en-IN" sz="1700" dirty="0">
              <a:latin typeface="Arial Black"/>
              <a:cs typeface="Arial Black"/>
            </a:endParaRPr>
          </a:p>
          <a:p>
            <a:pPr marL="347980">
              <a:lnSpc>
                <a:spcPct val="110000"/>
              </a:lnSpc>
              <a:spcBef>
                <a:spcPts val="1170"/>
              </a:spcBef>
            </a:pPr>
            <a:r>
              <a:rPr lang="en-IN" sz="1700" spc="-135" dirty="0">
                <a:latin typeface="Arial Black"/>
                <a:cs typeface="Arial Black"/>
              </a:rPr>
              <a:t>Expected:</a:t>
            </a:r>
            <a:r>
              <a:rPr lang="en-IN" sz="1700" spc="40" dirty="0">
                <a:latin typeface="Arial Black"/>
                <a:cs typeface="Arial Black"/>
              </a:rPr>
              <a:t> </a:t>
            </a:r>
            <a:r>
              <a:rPr lang="en-IN" sz="1700" spc="-100" dirty="0">
                <a:latin typeface="Tahoma"/>
                <a:cs typeface="Tahoma"/>
              </a:rPr>
              <a:t>40%</a:t>
            </a:r>
            <a:r>
              <a:rPr lang="en-IN" sz="1700" spc="15" dirty="0">
                <a:latin typeface="Tahoma"/>
                <a:cs typeface="Tahoma"/>
              </a:rPr>
              <a:t> </a:t>
            </a:r>
            <a:r>
              <a:rPr lang="en-IN" sz="1700" spc="-35" dirty="0">
                <a:latin typeface="Tahoma"/>
                <a:cs typeface="Tahoma"/>
              </a:rPr>
              <a:t>reduction</a:t>
            </a:r>
            <a:r>
              <a:rPr lang="en-IN" sz="1700" spc="-15" dirty="0">
                <a:latin typeface="Tahoma"/>
                <a:cs typeface="Tahoma"/>
              </a:rPr>
              <a:t> </a:t>
            </a:r>
            <a:r>
              <a:rPr lang="en-IN" sz="1700" dirty="0">
                <a:latin typeface="Tahoma"/>
                <a:cs typeface="Tahoma"/>
              </a:rPr>
              <a:t>in</a:t>
            </a:r>
            <a:r>
              <a:rPr lang="en-IN" sz="1700" spc="-10" dirty="0">
                <a:latin typeface="Tahoma"/>
                <a:cs typeface="Tahoma"/>
              </a:rPr>
              <a:t> </a:t>
            </a:r>
            <a:r>
              <a:rPr lang="en-IN" sz="1700" spc="-45" dirty="0">
                <a:latin typeface="Tahoma"/>
                <a:cs typeface="Tahoma"/>
              </a:rPr>
              <a:t>downtime,</a:t>
            </a:r>
            <a:r>
              <a:rPr lang="en-IN" sz="1700" spc="-10" dirty="0">
                <a:latin typeface="Tahoma"/>
                <a:cs typeface="Tahoma"/>
              </a:rPr>
              <a:t> </a:t>
            </a:r>
            <a:r>
              <a:rPr lang="en-IN" sz="1700" spc="-100" dirty="0">
                <a:latin typeface="Tahoma"/>
                <a:cs typeface="Tahoma"/>
              </a:rPr>
              <a:t>30%</a:t>
            </a:r>
            <a:r>
              <a:rPr lang="en-IN" sz="1700" spc="15" dirty="0">
                <a:latin typeface="Tahoma"/>
                <a:cs typeface="Tahoma"/>
              </a:rPr>
              <a:t> </a:t>
            </a:r>
            <a:r>
              <a:rPr lang="en-IN" sz="1700" spc="-20" dirty="0">
                <a:latin typeface="Tahoma"/>
                <a:cs typeface="Tahoma"/>
              </a:rPr>
              <a:t>cost</a:t>
            </a:r>
            <a:r>
              <a:rPr lang="en-IN" sz="1700" spc="-15" dirty="0">
                <a:latin typeface="Tahoma"/>
                <a:cs typeface="Tahoma"/>
              </a:rPr>
              <a:t> </a:t>
            </a:r>
            <a:r>
              <a:rPr lang="en-IN" sz="1700" spc="-10" dirty="0">
                <a:latin typeface="Tahoma"/>
                <a:cs typeface="Tahoma"/>
              </a:rPr>
              <a:t>savings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10000"/>
              </a:lnSpc>
            </a:pPr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1F274-6EC3-2034-91BE-E26C7F427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744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962B8-13EE-704F-97B8-2E63CB95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9B35BF-08F6-ACD5-CC99-317B50546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1912CF-56A3-6E10-084D-AD7847F02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2AF5E-B60C-CD71-B36C-47A5B3E87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25" dirty="0">
                <a:solidFill>
                  <a:schemeClr val="bg1"/>
                </a:solidFill>
              </a:rPr>
              <a:t>Dataset</a:t>
            </a:r>
            <a:r>
              <a:rPr lang="en-US" spc="30" dirty="0">
                <a:solidFill>
                  <a:schemeClr val="bg1"/>
                </a:solidFill>
              </a:rPr>
              <a:t> </a:t>
            </a:r>
            <a:r>
              <a:rPr lang="en-US" spc="-140" dirty="0">
                <a:solidFill>
                  <a:schemeClr val="bg1"/>
                </a:solidFill>
              </a:rPr>
              <a:t>Summary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CEB65-1D14-C262-8E9C-4F43A4724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442" y="2191603"/>
            <a:ext cx="6372150" cy="3984009"/>
          </a:xfrm>
        </p:spPr>
        <p:txBody>
          <a:bodyPr>
            <a:normAutofit lnSpcReduction="10000"/>
          </a:bodyPr>
          <a:lstStyle/>
          <a:p>
            <a:r>
              <a:rPr lang="en-US" sz="1200" spc="-20" dirty="0">
                <a:latin typeface="Arial Black"/>
                <a:cs typeface="Arial Black"/>
              </a:rPr>
              <a:t>Conditions:</a:t>
            </a:r>
            <a:endParaRPr lang="en-US" sz="1200" dirty="0">
              <a:latin typeface="Arial Black"/>
              <a:cs typeface="Arial Black"/>
            </a:endParaRPr>
          </a:p>
          <a:p>
            <a:pPr marL="502158" lvl="1" indent="-171450">
              <a:lnSpc>
                <a:spcPct val="100000"/>
              </a:lnSpc>
              <a:spcBef>
                <a:spcPts val="59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000" spc="-20" dirty="0">
                <a:latin typeface="Tahoma"/>
                <a:cs typeface="Tahoma"/>
              </a:rPr>
              <a:t>Healthy</a:t>
            </a:r>
            <a:r>
              <a:rPr lang="en-IN" sz="1000" spc="-45" dirty="0">
                <a:latin typeface="Tahoma"/>
                <a:cs typeface="Tahoma"/>
              </a:rPr>
              <a:t> </a:t>
            </a:r>
            <a:r>
              <a:rPr lang="en-IN" sz="1000" dirty="0">
                <a:latin typeface="Tahoma"/>
                <a:cs typeface="Tahoma"/>
              </a:rPr>
              <a:t>(no</a:t>
            </a:r>
            <a:r>
              <a:rPr lang="en-IN" sz="1000" spc="-40" dirty="0">
                <a:latin typeface="Tahoma"/>
                <a:cs typeface="Tahoma"/>
              </a:rPr>
              <a:t> </a:t>
            </a:r>
            <a:r>
              <a:rPr lang="en-IN" sz="1000" spc="-10" dirty="0">
                <a:latin typeface="Tahoma"/>
                <a:cs typeface="Tahoma"/>
              </a:rPr>
              <a:t>unbalance)</a:t>
            </a:r>
            <a:endParaRPr lang="en-IN" sz="1000" dirty="0">
              <a:latin typeface="Tahoma"/>
              <a:cs typeface="Tahoma"/>
            </a:endParaRPr>
          </a:p>
          <a:p>
            <a:pPr marL="502158" lvl="1" indent="-1714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000" spc="-25" dirty="0">
                <a:latin typeface="Tahoma"/>
                <a:cs typeface="Tahoma"/>
              </a:rPr>
              <a:t>Weak</a:t>
            </a:r>
            <a:r>
              <a:rPr lang="en-IN" sz="1000" spc="-40" dirty="0">
                <a:latin typeface="Tahoma"/>
                <a:cs typeface="Tahoma"/>
              </a:rPr>
              <a:t> </a:t>
            </a:r>
            <a:r>
              <a:rPr lang="en-IN" sz="1000" spc="-10" dirty="0">
                <a:latin typeface="Tahoma"/>
                <a:cs typeface="Tahoma"/>
              </a:rPr>
              <a:t>unbalance</a:t>
            </a:r>
            <a:endParaRPr lang="en-IN" sz="1000" dirty="0">
              <a:latin typeface="Tahoma"/>
              <a:cs typeface="Tahoma"/>
            </a:endParaRPr>
          </a:p>
          <a:p>
            <a:pPr marL="502158" lvl="1" indent="-171450">
              <a:lnSpc>
                <a:spcPct val="100000"/>
              </a:lnSpc>
              <a:spcBef>
                <a:spcPts val="59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000" spc="-10" dirty="0">
                <a:latin typeface="Tahoma"/>
                <a:cs typeface="Tahoma"/>
              </a:rPr>
              <a:t>Medium</a:t>
            </a:r>
            <a:r>
              <a:rPr lang="en-IN" sz="1000" spc="-30" dirty="0">
                <a:latin typeface="Tahoma"/>
                <a:cs typeface="Tahoma"/>
              </a:rPr>
              <a:t> </a:t>
            </a:r>
            <a:r>
              <a:rPr lang="en-IN" sz="1000" spc="-10" dirty="0">
                <a:latin typeface="Tahoma"/>
                <a:cs typeface="Tahoma"/>
              </a:rPr>
              <a:t>unbalance</a:t>
            </a:r>
            <a:endParaRPr lang="en-IN" sz="1000" dirty="0">
              <a:latin typeface="Tahoma"/>
              <a:cs typeface="Tahoma"/>
            </a:endParaRPr>
          </a:p>
          <a:p>
            <a:pPr marL="502158" lvl="1" indent="-1714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000" spc="-20" dirty="0">
                <a:latin typeface="Tahoma"/>
                <a:cs typeface="Tahoma"/>
              </a:rPr>
              <a:t>Strong</a:t>
            </a:r>
            <a:r>
              <a:rPr lang="en-IN" sz="1000" spc="-40" dirty="0">
                <a:latin typeface="Tahoma"/>
                <a:cs typeface="Tahoma"/>
              </a:rPr>
              <a:t> </a:t>
            </a:r>
            <a:r>
              <a:rPr lang="en-IN" sz="1000" spc="-10" dirty="0">
                <a:latin typeface="Tahoma"/>
                <a:cs typeface="Tahoma"/>
              </a:rPr>
              <a:t>unbalance</a:t>
            </a:r>
            <a:endParaRPr lang="en-IN" sz="1000" dirty="0">
              <a:latin typeface="Tahoma"/>
              <a:cs typeface="Tahoma"/>
            </a:endParaRPr>
          </a:p>
          <a:p>
            <a:pPr marL="502158" lvl="1" indent="-1714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000" dirty="0">
                <a:latin typeface="Tahoma"/>
                <a:cs typeface="Tahoma"/>
              </a:rPr>
              <a:t>Critical</a:t>
            </a:r>
            <a:r>
              <a:rPr lang="en-IN" sz="1000" spc="-20" dirty="0">
                <a:latin typeface="Tahoma"/>
                <a:cs typeface="Tahoma"/>
              </a:rPr>
              <a:t> </a:t>
            </a:r>
            <a:r>
              <a:rPr lang="en-IN" sz="1000" spc="-10" dirty="0">
                <a:latin typeface="Tahoma"/>
                <a:cs typeface="Tahoma"/>
              </a:rPr>
              <a:t>unbalance</a:t>
            </a:r>
            <a:endParaRPr lang="en-IN" sz="1000" dirty="0">
              <a:latin typeface="Tahoma"/>
              <a:cs typeface="Tahoma"/>
            </a:endParaRPr>
          </a:p>
          <a:p>
            <a:r>
              <a:rPr lang="en-US" sz="1200" spc="-130" dirty="0">
                <a:latin typeface="Arial Black"/>
                <a:cs typeface="Arial Black"/>
              </a:rPr>
              <a:t>Features</a:t>
            </a:r>
            <a:r>
              <a:rPr lang="en-US" sz="1200" spc="70" dirty="0">
                <a:latin typeface="Arial Black"/>
                <a:cs typeface="Arial Black"/>
              </a:rPr>
              <a:t> </a:t>
            </a:r>
            <a:r>
              <a:rPr lang="en-US" sz="1200" spc="-20" dirty="0">
                <a:latin typeface="Arial Black"/>
                <a:cs typeface="Arial Black"/>
              </a:rPr>
              <a:t>Extracted:</a:t>
            </a:r>
            <a:endParaRPr lang="en-US" sz="1200" dirty="0">
              <a:latin typeface="Arial Black"/>
              <a:cs typeface="Arial Black"/>
            </a:endParaRPr>
          </a:p>
          <a:p>
            <a:pPr marL="502158" lvl="1" indent="-171450">
              <a:lnSpc>
                <a:spcPct val="100000"/>
              </a:lnSpc>
              <a:spcBef>
                <a:spcPts val="59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100" dirty="0">
                <a:latin typeface="Tahoma"/>
                <a:cs typeface="Tahoma"/>
              </a:rPr>
              <a:t>RMS,</a:t>
            </a:r>
            <a:r>
              <a:rPr lang="en-IN" sz="1100" spc="35" dirty="0">
                <a:latin typeface="Tahoma"/>
                <a:cs typeface="Tahoma"/>
              </a:rPr>
              <a:t> </a:t>
            </a:r>
            <a:r>
              <a:rPr lang="en-IN" sz="1100" spc="-20" dirty="0">
                <a:latin typeface="Tahoma"/>
                <a:cs typeface="Tahoma"/>
              </a:rPr>
              <a:t>Kurtosis,</a:t>
            </a:r>
            <a:r>
              <a:rPr lang="en-IN" sz="1100" spc="40" dirty="0">
                <a:latin typeface="Tahoma"/>
                <a:cs typeface="Tahoma"/>
              </a:rPr>
              <a:t> </a:t>
            </a:r>
            <a:r>
              <a:rPr lang="en-IN" sz="1100" spc="-20" dirty="0">
                <a:latin typeface="Tahoma"/>
                <a:cs typeface="Tahoma"/>
              </a:rPr>
              <a:t>Skewness</a:t>
            </a:r>
            <a:endParaRPr lang="en-IN" sz="1100" dirty="0">
              <a:latin typeface="Tahoma"/>
              <a:cs typeface="Tahoma"/>
            </a:endParaRPr>
          </a:p>
          <a:p>
            <a:pPr marL="502158" lvl="1" indent="-1714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100" spc="-20" dirty="0">
                <a:latin typeface="Tahoma"/>
                <a:cs typeface="Tahoma"/>
              </a:rPr>
              <a:t>Spectral</a:t>
            </a:r>
            <a:r>
              <a:rPr lang="en-IN" sz="1100" spc="-25" dirty="0">
                <a:latin typeface="Tahoma"/>
                <a:cs typeface="Tahoma"/>
              </a:rPr>
              <a:t> </a:t>
            </a:r>
            <a:r>
              <a:rPr lang="en-IN" sz="1100" spc="-10" dirty="0">
                <a:latin typeface="Tahoma"/>
                <a:cs typeface="Tahoma"/>
              </a:rPr>
              <a:t>features</a:t>
            </a:r>
            <a:endParaRPr lang="en-IN" sz="1100" dirty="0">
              <a:latin typeface="Tahoma"/>
              <a:cs typeface="Tahoma"/>
            </a:endParaRPr>
          </a:p>
          <a:p>
            <a:pPr marL="502158" lvl="1" indent="-1714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100" spc="-20" dirty="0">
                <a:latin typeface="Tahoma"/>
                <a:cs typeface="Tahoma"/>
              </a:rPr>
              <a:t>Shape/Crest</a:t>
            </a:r>
            <a:r>
              <a:rPr lang="en-IN" sz="1100" spc="-5" dirty="0">
                <a:latin typeface="Tahoma"/>
                <a:cs typeface="Tahoma"/>
              </a:rPr>
              <a:t> </a:t>
            </a:r>
            <a:r>
              <a:rPr lang="en-IN" sz="1100" spc="-10" dirty="0">
                <a:latin typeface="Tahoma"/>
                <a:cs typeface="Tahoma"/>
              </a:rPr>
              <a:t>factors</a:t>
            </a:r>
            <a:endParaRPr lang="en-IN" sz="1100" dirty="0">
              <a:latin typeface="Tahoma"/>
              <a:cs typeface="Tahoma"/>
            </a:endParaRPr>
          </a:p>
          <a:p>
            <a:pPr marL="502158" lvl="1" indent="-171450">
              <a:lnSpc>
                <a:spcPct val="100000"/>
              </a:lnSpc>
              <a:spcBef>
                <a:spcPts val="59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100" spc="-10" dirty="0">
                <a:latin typeface="Tahoma"/>
                <a:cs typeface="Tahoma"/>
              </a:rPr>
              <a:t>Statistical moments</a:t>
            </a:r>
            <a:endParaRPr lang="en-IN" sz="1100" dirty="0">
              <a:latin typeface="Tahoma"/>
              <a:cs typeface="Tahoma"/>
            </a:endParaRPr>
          </a:p>
          <a:p>
            <a:pPr marL="0" indent="0">
              <a:buNone/>
            </a:pPr>
            <a:r>
              <a:rPr lang="en-IN" sz="1400" spc="-75" dirty="0">
                <a:latin typeface="Arial Black"/>
                <a:cs typeface="Arial Black"/>
              </a:rPr>
              <a:t>Purpose:</a:t>
            </a:r>
            <a:r>
              <a:rPr lang="en-IN" sz="1400" spc="60" dirty="0">
                <a:latin typeface="Arial Black"/>
                <a:cs typeface="Arial Black"/>
              </a:rPr>
              <a:t> </a:t>
            </a:r>
            <a:r>
              <a:rPr lang="en-IN" sz="1400" dirty="0">
                <a:latin typeface="Microsoft Sans Serif"/>
                <a:cs typeface="Microsoft Sans Serif"/>
              </a:rPr>
              <a:t>Train</a:t>
            </a:r>
            <a:r>
              <a:rPr lang="en-IN" sz="1400" spc="30" dirty="0">
                <a:latin typeface="Microsoft Sans Serif"/>
                <a:cs typeface="Microsoft Sans Serif"/>
              </a:rPr>
              <a:t> </a:t>
            </a:r>
            <a:r>
              <a:rPr lang="en-IN" sz="1400" dirty="0">
                <a:latin typeface="Microsoft Sans Serif"/>
                <a:cs typeface="Microsoft Sans Serif"/>
              </a:rPr>
              <a:t>ML</a:t>
            </a:r>
            <a:r>
              <a:rPr lang="en-IN" sz="1400" spc="40" dirty="0">
                <a:latin typeface="Microsoft Sans Serif"/>
                <a:cs typeface="Microsoft Sans Serif"/>
              </a:rPr>
              <a:t> </a:t>
            </a:r>
            <a:r>
              <a:rPr lang="en-IN" sz="1400" spc="-10" dirty="0">
                <a:latin typeface="Microsoft Sans Serif"/>
                <a:cs typeface="Microsoft Sans Serif"/>
              </a:rPr>
              <a:t>models</a:t>
            </a:r>
            <a:r>
              <a:rPr lang="en-IN" sz="1400" spc="30" dirty="0">
                <a:latin typeface="Microsoft Sans Serif"/>
                <a:cs typeface="Microsoft Sans Serif"/>
              </a:rPr>
              <a:t> </a:t>
            </a:r>
            <a:r>
              <a:rPr lang="en-IN" sz="1400" dirty="0">
                <a:latin typeface="Microsoft Sans Serif"/>
                <a:cs typeface="Microsoft Sans Serif"/>
              </a:rPr>
              <a:t>to</a:t>
            </a:r>
            <a:r>
              <a:rPr lang="en-IN" sz="1400" spc="35" dirty="0">
                <a:latin typeface="Microsoft Sans Serif"/>
                <a:cs typeface="Microsoft Sans Serif"/>
              </a:rPr>
              <a:t> </a:t>
            </a:r>
            <a:r>
              <a:rPr lang="en-IN" sz="1400" dirty="0">
                <a:latin typeface="Microsoft Sans Serif"/>
                <a:cs typeface="Microsoft Sans Serif"/>
              </a:rPr>
              <a:t>detect</a:t>
            </a:r>
            <a:r>
              <a:rPr lang="en-IN" sz="1400" spc="35" dirty="0">
                <a:latin typeface="Microsoft Sans Serif"/>
                <a:cs typeface="Microsoft Sans Serif"/>
              </a:rPr>
              <a:t> </a:t>
            </a:r>
            <a:r>
              <a:rPr lang="en-IN" sz="1400" spc="-20" dirty="0">
                <a:latin typeface="Microsoft Sans Serif"/>
                <a:cs typeface="Microsoft Sans Serif"/>
              </a:rPr>
              <a:t>unbalance</a:t>
            </a:r>
            <a:r>
              <a:rPr lang="en-IN" sz="1400" spc="30" dirty="0">
                <a:latin typeface="Microsoft Sans Serif"/>
                <a:cs typeface="Microsoft Sans Serif"/>
              </a:rPr>
              <a:t> </a:t>
            </a:r>
            <a:r>
              <a:rPr lang="en-IN" sz="1400" spc="-20" dirty="0">
                <a:latin typeface="Microsoft Sans Serif"/>
                <a:cs typeface="Microsoft Sans Serif"/>
              </a:rPr>
              <a:t>severity</a:t>
            </a:r>
            <a:r>
              <a:rPr lang="en-IN" sz="1400" spc="35" dirty="0">
                <a:latin typeface="Microsoft Sans Serif"/>
                <a:cs typeface="Microsoft Sans Serif"/>
              </a:rPr>
              <a:t> </a:t>
            </a:r>
            <a:r>
              <a:rPr lang="en-IN" sz="1400" dirty="0">
                <a:latin typeface="Microsoft Sans Serif"/>
                <a:cs typeface="Microsoft Sans Serif"/>
              </a:rPr>
              <a:t>and</a:t>
            </a:r>
            <a:r>
              <a:rPr lang="en-IN" sz="1400" spc="30" dirty="0">
                <a:latin typeface="Microsoft Sans Serif"/>
                <a:cs typeface="Microsoft Sans Serif"/>
              </a:rPr>
              <a:t> </a:t>
            </a:r>
            <a:r>
              <a:rPr lang="en-IN" sz="1400" dirty="0">
                <a:latin typeface="Microsoft Sans Serif"/>
                <a:cs typeface="Microsoft Sans Serif"/>
              </a:rPr>
              <a:t>predict</a:t>
            </a:r>
            <a:r>
              <a:rPr lang="en-IN" sz="1400" spc="35" dirty="0">
                <a:latin typeface="Microsoft Sans Serif"/>
                <a:cs typeface="Microsoft Sans Serif"/>
              </a:rPr>
              <a:t> </a:t>
            </a:r>
            <a:r>
              <a:rPr lang="en-IN" sz="1400" spc="-10" dirty="0">
                <a:latin typeface="Microsoft Sans Serif"/>
                <a:cs typeface="Microsoft Sans Serif"/>
              </a:rPr>
              <a:t>equipment</a:t>
            </a:r>
            <a:r>
              <a:rPr lang="en-IN" sz="1400" spc="30" dirty="0">
                <a:latin typeface="Microsoft Sans Serif"/>
                <a:cs typeface="Microsoft Sans Serif"/>
              </a:rPr>
              <a:t> </a:t>
            </a:r>
            <a:r>
              <a:rPr lang="en-IN" sz="1400" spc="-10" dirty="0">
                <a:latin typeface="Microsoft Sans Serif"/>
                <a:cs typeface="Microsoft Sans Serif"/>
              </a:rPr>
              <a:t>health</a:t>
            </a:r>
            <a:endParaRPr lang="en-IN" sz="1400" dirty="0">
              <a:latin typeface="Microsoft Sans Serif"/>
              <a:cs typeface="Microsoft Sans Serif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23FF6-972C-5E1C-E374-DD8942729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56228-0ABC-BBA7-B0FC-3D168EE9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C34ABB-0A9B-49A7-8CDC-E065D3C73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419798"/>
              </p:ext>
            </p:extLst>
          </p:nvPr>
        </p:nvGraphicFramePr>
        <p:xfrm>
          <a:off x="1097280" y="2298138"/>
          <a:ext cx="3086302" cy="367378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43151">
                  <a:extLst>
                    <a:ext uri="{9D8B030D-6E8A-4147-A177-3AD203B41FA5}">
                      <a16:colId xmlns:a16="http://schemas.microsoft.com/office/drawing/2014/main" val="461408898"/>
                    </a:ext>
                  </a:extLst>
                </a:gridCol>
                <a:gridCol w="1543151">
                  <a:extLst>
                    <a:ext uri="{9D8B030D-6E8A-4147-A177-3AD203B41FA5}">
                      <a16:colId xmlns:a16="http://schemas.microsoft.com/office/drawing/2014/main" val="1991806969"/>
                    </a:ext>
                  </a:extLst>
                </a:gridCol>
              </a:tblGrid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Arial Black"/>
                          <a:cs typeface="Arial Black"/>
                        </a:rPr>
                        <a:t>Metric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Arial Black"/>
                          <a:cs typeface="Arial Black"/>
                        </a:rPr>
                        <a:t>Value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3937418696"/>
                  </a:ext>
                </a:extLst>
              </a:tr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Total</a:t>
                      </a:r>
                      <a:r>
                        <a:rPr sz="800" spc="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samples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33,297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788252307"/>
                  </a:ext>
                </a:extLst>
              </a:tr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Training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samples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26,638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3431700715"/>
                  </a:ext>
                </a:extLst>
              </a:tr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Testing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samples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6,659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443528694"/>
                  </a:ext>
                </a:extLst>
              </a:tr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Features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per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sample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36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987779680"/>
                  </a:ext>
                </a:extLst>
              </a:tr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Sampling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frequency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4096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Hz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2132488848"/>
                  </a:ext>
                </a:extLst>
              </a:tr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Speed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range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630-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2330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RPM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928379185"/>
                  </a:ext>
                </a:extLst>
              </a:tr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Files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CSV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2419866078"/>
                  </a:ext>
                </a:extLst>
              </a:tr>
              <a:tr h="40819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Conditions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5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levels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2251396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16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3E5C9-1F93-7F65-DE16-22EBAA69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65" dirty="0">
                <a:solidFill>
                  <a:schemeClr val="bg1"/>
                </a:solidFill>
              </a:rPr>
              <a:t>System</a:t>
            </a:r>
            <a:r>
              <a:rPr lang="en-US" spc="45" dirty="0">
                <a:solidFill>
                  <a:schemeClr val="bg1"/>
                </a:solidFill>
              </a:rPr>
              <a:t> </a:t>
            </a:r>
            <a:r>
              <a:rPr lang="en-US" spc="-140" dirty="0">
                <a:solidFill>
                  <a:schemeClr val="bg1"/>
                </a:solidFill>
              </a:rPr>
              <a:t>Architecture</a:t>
            </a:r>
            <a:r>
              <a:rPr lang="en-US" spc="40" dirty="0">
                <a:solidFill>
                  <a:schemeClr val="bg1"/>
                </a:solidFill>
              </a:rPr>
              <a:t> </a:t>
            </a:r>
            <a:r>
              <a:rPr lang="en-US" spc="60" dirty="0">
                <a:solidFill>
                  <a:schemeClr val="bg1"/>
                </a:solidFill>
              </a:rPr>
              <a:t>-</a:t>
            </a:r>
            <a:r>
              <a:rPr lang="en-US" spc="45" dirty="0">
                <a:solidFill>
                  <a:schemeClr val="bg1"/>
                </a:solidFill>
              </a:rPr>
              <a:t> </a:t>
            </a:r>
            <a:r>
              <a:rPr lang="en-US" spc="-85" dirty="0">
                <a:solidFill>
                  <a:schemeClr val="bg1"/>
                </a:solidFill>
              </a:rPr>
              <a:t>Model</a:t>
            </a:r>
            <a:r>
              <a:rPr lang="en-US" spc="45" dirty="0">
                <a:solidFill>
                  <a:schemeClr val="bg1"/>
                </a:solidFill>
              </a:rPr>
              <a:t> </a:t>
            </a:r>
            <a:r>
              <a:rPr lang="en-US" spc="-85" dirty="0">
                <a:solidFill>
                  <a:schemeClr val="bg1"/>
                </a:solidFill>
              </a:rPr>
              <a:t>Design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AC701-C9E8-3E5D-263B-ACA03DF1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E68DB067-8905-2066-4D03-71B7AD22C93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97279" y="2108998"/>
            <a:ext cx="5166867" cy="4041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B1D4BB-C5DA-4E09-F044-7A359FA53789}"/>
              </a:ext>
            </a:extLst>
          </p:cNvPr>
          <p:cNvSpPr txBox="1"/>
          <p:nvPr/>
        </p:nvSpPr>
        <p:spPr>
          <a:xfrm>
            <a:off x="6940307" y="2191602"/>
            <a:ext cx="4577040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780"/>
              </a:spcBef>
            </a:pPr>
            <a:r>
              <a:rPr lang="en-IN" spc="-80" dirty="0">
                <a:latin typeface="Arial Black"/>
                <a:cs typeface="Arial Black"/>
              </a:rPr>
              <a:t>Input</a:t>
            </a:r>
            <a:r>
              <a:rPr lang="en-IN" spc="5" dirty="0">
                <a:latin typeface="Arial Black"/>
                <a:cs typeface="Arial Black"/>
              </a:rPr>
              <a:t> </a:t>
            </a:r>
            <a:r>
              <a:rPr lang="en-IN" spc="-10" dirty="0">
                <a:latin typeface="Arial Black"/>
                <a:cs typeface="Arial Black"/>
              </a:rPr>
              <a:t>Signals:</a:t>
            </a:r>
            <a:endParaRPr lang="en-IN" dirty="0">
              <a:latin typeface="Arial Black"/>
              <a:cs typeface="Arial Black"/>
            </a:endParaRPr>
          </a:p>
          <a:p>
            <a:pPr marL="323850" indent="-285750">
              <a:lnSpc>
                <a:spcPct val="100000"/>
              </a:lnSpc>
              <a:spcBef>
                <a:spcPts val="54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Motor</a:t>
            </a:r>
            <a:r>
              <a:rPr lang="en-IN" spc="85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torque</a:t>
            </a:r>
            <a:r>
              <a:rPr lang="en-IN" spc="8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measurements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Rotational</a:t>
            </a:r>
            <a:r>
              <a:rPr lang="en-IN" spc="40" dirty="0">
                <a:latin typeface="Microsoft Sans Serif"/>
                <a:cs typeface="Microsoft Sans Serif"/>
              </a:rPr>
              <a:t> </a:t>
            </a:r>
            <a:r>
              <a:rPr lang="en-IN" spc="-40" dirty="0">
                <a:latin typeface="Microsoft Sans Serif"/>
                <a:cs typeface="Microsoft Sans Serif"/>
              </a:rPr>
              <a:t>speed</a:t>
            </a:r>
            <a:r>
              <a:rPr lang="en-IN" spc="40" dirty="0">
                <a:latin typeface="Microsoft Sans Serif"/>
                <a:cs typeface="Microsoft Sans Serif"/>
              </a:rPr>
              <a:t> </a:t>
            </a:r>
            <a:r>
              <a:rPr lang="en-IN" spc="-20" dirty="0">
                <a:latin typeface="Microsoft Sans Serif"/>
                <a:cs typeface="Microsoft Sans Serif"/>
              </a:rPr>
              <a:t>data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spc="-10" dirty="0">
                <a:latin typeface="Microsoft Sans Serif"/>
                <a:cs typeface="Microsoft Sans Serif"/>
              </a:rPr>
              <a:t>Environmental</a:t>
            </a:r>
            <a:r>
              <a:rPr lang="en-IN" spc="9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parameters</a:t>
            </a:r>
          </a:p>
          <a:p>
            <a:pPr marL="38100">
              <a:lnSpc>
                <a:spcPct val="100000"/>
              </a:lnSpc>
              <a:spcBef>
                <a:spcPts val="580"/>
              </a:spcBef>
              <a:buClr>
                <a:schemeClr val="tx1"/>
              </a:buClr>
              <a:tabLst>
                <a:tab pos="184150" algn="l"/>
              </a:tabLst>
            </a:pPr>
            <a:endParaRPr lang="en-IN" spc="-10" dirty="0">
              <a:latin typeface="Microsoft Sans Serif"/>
              <a:cs typeface="Microsoft Sans Serif"/>
            </a:endParaRPr>
          </a:p>
          <a:p>
            <a:pPr marL="74930">
              <a:lnSpc>
                <a:spcPct val="100000"/>
              </a:lnSpc>
              <a:spcBef>
                <a:spcPts val="780"/>
              </a:spcBef>
            </a:pPr>
            <a:r>
              <a:rPr lang="en-IN" spc="-80" dirty="0">
                <a:latin typeface="Arial Black"/>
                <a:cs typeface="Arial Black"/>
              </a:rPr>
              <a:t>Output</a:t>
            </a:r>
            <a:r>
              <a:rPr lang="en-IN" spc="25" dirty="0">
                <a:latin typeface="Arial Black"/>
                <a:cs typeface="Arial Black"/>
              </a:rPr>
              <a:t> </a:t>
            </a:r>
            <a:r>
              <a:rPr lang="en-IN" spc="-10" dirty="0">
                <a:latin typeface="Arial Black"/>
                <a:cs typeface="Arial Black"/>
              </a:rPr>
              <a:t>Signals:</a:t>
            </a:r>
            <a:endParaRPr lang="en-IN" dirty="0">
              <a:latin typeface="Arial Black"/>
              <a:cs typeface="Arial Black"/>
            </a:endParaRPr>
          </a:p>
          <a:p>
            <a:pPr marL="323850" indent="-285750">
              <a:lnSpc>
                <a:spcPct val="100000"/>
              </a:lnSpc>
              <a:spcBef>
                <a:spcPts val="54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RUL</a:t>
            </a:r>
            <a:r>
              <a:rPr lang="en-IN" spc="4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predictions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Health</a:t>
            </a:r>
            <a:r>
              <a:rPr lang="en-IN" spc="5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status</a:t>
            </a:r>
            <a:r>
              <a:rPr lang="en-IN" spc="10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indicators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spc="-10" dirty="0">
                <a:latin typeface="Microsoft Sans Serif"/>
                <a:cs typeface="Microsoft Sans Serif"/>
              </a:rPr>
              <a:t>Maintenance</a:t>
            </a:r>
            <a:r>
              <a:rPr lang="en-IN" spc="3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alerts</a:t>
            </a:r>
            <a:endParaRPr lang="en-IN" dirty="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580"/>
              </a:spcBef>
              <a:buClr>
                <a:schemeClr val="tx1"/>
              </a:buClr>
              <a:tabLst>
                <a:tab pos="184150" algn="l"/>
              </a:tabLst>
            </a:pPr>
            <a:endParaRPr lang="en-IN" sz="1400" dirty="0">
              <a:latin typeface="Microsoft Sans Serif"/>
              <a:cs typeface="Microsoft Sans Serif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7553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67E4F-2157-C580-BD50-D3A4EA653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65" dirty="0">
                <a:solidFill>
                  <a:schemeClr val="bg1"/>
                </a:solidFill>
              </a:rPr>
              <a:t>System</a:t>
            </a:r>
            <a:r>
              <a:rPr lang="en-US" spc="50" dirty="0">
                <a:solidFill>
                  <a:schemeClr val="bg1"/>
                </a:solidFill>
              </a:rPr>
              <a:t> </a:t>
            </a:r>
            <a:r>
              <a:rPr lang="en-US" spc="-140" dirty="0">
                <a:solidFill>
                  <a:schemeClr val="bg1"/>
                </a:solidFill>
              </a:rPr>
              <a:t>Architecture</a:t>
            </a:r>
            <a:r>
              <a:rPr lang="en-US" spc="55" dirty="0">
                <a:solidFill>
                  <a:schemeClr val="bg1"/>
                </a:solidFill>
              </a:rPr>
              <a:t> </a:t>
            </a:r>
            <a:r>
              <a:rPr lang="en-US" spc="60" dirty="0">
                <a:solidFill>
                  <a:schemeClr val="bg1"/>
                </a:solidFill>
              </a:rPr>
              <a:t>-</a:t>
            </a:r>
            <a:r>
              <a:rPr lang="en-US" spc="55" dirty="0">
                <a:solidFill>
                  <a:schemeClr val="bg1"/>
                </a:solidFill>
              </a:rPr>
              <a:t> </a:t>
            </a:r>
            <a:r>
              <a:rPr lang="en-US" spc="-125" dirty="0">
                <a:solidFill>
                  <a:schemeClr val="bg1"/>
                </a:solidFill>
              </a:rPr>
              <a:t>Key</a:t>
            </a:r>
            <a:r>
              <a:rPr lang="en-US" spc="55" dirty="0">
                <a:solidFill>
                  <a:schemeClr val="bg1"/>
                </a:solidFill>
              </a:rPr>
              <a:t> </a:t>
            </a:r>
            <a:r>
              <a:rPr lang="en-US" spc="-120" dirty="0">
                <a:solidFill>
                  <a:schemeClr val="bg1"/>
                </a:solidFill>
              </a:rPr>
              <a:t>Components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51395E8-4F69-B0E1-978A-4D5F792C1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927315"/>
              </p:ext>
            </p:extLst>
          </p:nvPr>
        </p:nvGraphicFramePr>
        <p:xfrm>
          <a:off x="944583" y="2023963"/>
          <a:ext cx="10363793" cy="3447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1380D-A11E-B27C-BEE8-438E373B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3F2E4-646B-0DEB-4A16-9B53A1920D2B}"/>
              </a:ext>
            </a:extLst>
          </p:cNvPr>
          <p:cNvSpPr txBox="1"/>
          <p:nvPr/>
        </p:nvSpPr>
        <p:spPr>
          <a:xfrm>
            <a:off x="1004914" y="5751319"/>
            <a:ext cx="9804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-100" dirty="0">
                <a:latin typeface="Arial Black"/>
                <a:cs typeface="Arial Black"/>
              </a:rPr>
              <a:t>Implementation:</a:t>
            </a:r>
            <a:r>
              <a:rPr lang="en-US" sz="1400" spc="175" dirty="0">
                <a:latin typeface="Arial Black"/>
                <a:cs typeface="Arial Black"/>
              </a:rPr>
              <a:t> </a:t>
            </a:r>
            <a:r>
              <a:rPr lang="en-US" dirty="0">
                <a:latin typeface="Tahoma"/>
                <a:cs typeface="Tahoma"/>
              </a:rPr>
              <a:t>MATLAB/Simulink</a:t>
            </a:r>
            <a:r>
              <a:rPr lang="en-US" spc="40" dirty="0">
                <a:latin typeface="Tahoma"/>
                <a:cs typeface="Tahoma"/>
              </a:rPr>
              <a:t> </a:t>
            </a:r>
            <a:r>
              <a:rPr lang="en-US" spc="-65" dirty="0">
                <a:latin typeface="Tahoma"/>
                <a:cs typeface="Tahoma"/>
              </a:rPr>
              <a:t>based</a:t>
            </a:r>
            <a:r>
              <a:rPr lang="en-US" spc="40" dirty="0">
                <a:latin typeface="Tahoma"/>
                <a:cs typeface="Tahoma"/>
              </a:rPr>
              <a:t> </a:t>
            </a:r>
            <a:r>
              <a:rPr lang="en-US" spc="-35" dirty="0">
                <a:latin typeface="Tahoma"/>
                <a:cs typeface="Tahoma"/>
              </a:rPr>
              <a:t>predictive</a:t>
            </a:r>
            <a:r>
              <a:rPr lang="en-US" spc="45" dirty="0">
                <a:latin typeface="Tahoma"/>
                <a:cs typeface="Tahoma"/>
              </a:rPr>
              <a:t> </a:t>
            </a:r>
            <a:r>
              <a:rPr lang="en-US" spc="-30" dirty="0">
                <a:latin typeface="Tahoma"/>
                <a:cs typeface="Tahoma"/>
              </a:rPr>
              <a:t>maintenance </a:t>
            </a:r>
            <a:r>
              <a:rPr lang="en-US" spc="-40" dirty="0">
                <a:latin typeface="Tahoma"/>
                <a:cs typeface="Tahoma"/>
              </a:rPr>
              <a:t>system</a:t>
            </a:r>
            <a:r>
              <a:rPr lang="en-US" spc="-30" dirty="0">
                <a:latin typeface="Tahoma"/>
                <a:cs typeface="Tahoma"/>
              </a:rPr>
              <a:t> </a:t>
            </a:r>
            <a:r>
              <a:rPr lang="en-US" spc="-20" dirty="0">
                <a:latin typeface="Tahoma"/>
                <a:cs typeface="Tahoma"/>
              </a:rPr>
              <a:t>for</a:t>
            </a:r>
            <a:r>
              <a:rPr lang="en-US" spc="-35" dirty="0">
                <a:latin typeface="Tahoma"/>
                <a:cs typeface="Tahoma"/>
              </a:rPr>
              <a:t> </a:t>
            </a:r>
            <a:r>
              <a:rPr lang="en-US" spc="-30" dirty="0">
                <a:latin typeface="Tahoma"/>
                <a:cs typeface="Tahoma"/>
              </a:rPr>
              <a:t>industrial</a:t>
            </a:r>
            <a:r>
              <a:rPr lang="en-US" spc="-35" dirty="0">
                <a:latin typeface="Tahoma"/>
                <a:cs typeface="Tahoma"/>
              </a:rPr>
              <a:t> </a:t>
            </a:r>
            <a:r>
              <a:rPr lang="en-US" spc="-10" dirty="0">
                <a:latin typeface="Tahoma"/>
                <a:cs typeface="Tahoma"/>
              </a:rPr>
              <a:t>applications.</a:t>
            </a:r>
            <a:endParaRPr lang="en-US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7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B86C3-07AF-3BEE-F5A1-54587DFF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ML</a:t>
            </a:r>
            <a:r>
              <a:rPr lang="en-US" spc="15" dirty="0">
                <a:solidFill>
                  <a:schemeClr val="bg1"/>
                </a:solidFill>
              </a:rPr>
              <a:t> </a:t>
            </a:r>
            <a:r>
              <a:rPr lang="en-US" spc="-114" dirty="0">
                <a:solidFill>
                  <a:schemeClr val="bg1"/>
                </a:solidFill>
              </a:rPr>
              <a:t>Pipeline</a:t>
            </a:r>
            <a:r>
              <a:rPr lang="en-US" spc="15" dirty="0">
                <a:solidFill>
                  <a:schemeClr val="bg1"/>
                </a:solidFill>
              </a:rPr>
              <a:t> </a:t>
            </a:r>
            <a:r>
              <a:rPr lang="en-US" spc="-135" dirty="0">
                <a:solidFill>
                  <a:schemeClr val="bg1"/>
                </a:solidFill>
              </a:rPr>
              <a:t>Overview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E257C8-D5BA-7073-B361-FE2092D4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035909"/>
              </p:ext>
            </p:extLst>
          </p:nvPr>
        </p:nvGraphicFramePr>
        <p:xfrm>
          <a:off x="1098962" y="4081668"/>
          <a:ext cx="10056718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12918">
                  <a:extLst>
                    <a:ext uri="{9D8B030D-6E8A-4147-A177-3AD203B41FA5}">
                      <a16:colId xmlns:a16="http://schemas.microsoft.com/office/drawing/2014/main" val="67692472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52380929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11079625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159693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8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  <a:r>
                        <a:rPr lang="en-US" baseline="0" dirty="0"/>
                        <a:t> = 0.77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22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 = 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 Degradation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14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 = 11.74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RUL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91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8543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F35DA-4C51-7AE6-A38B-31481EBD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0EC17-5BB6-1220-7F27-1EC563FCA453}"/>
              </a:ext>
            </a:extLst>
          </p:cNvPr>
          <p:cNvSpPr txBox="1"/>
          <p:nvPr/>
        </p:nvSpPr>
        <p:spPr>
          <a:xfrm>
            <a:off x="1097280" y="2320119"/>
            <a:ext cx="9404672" cy="1736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90"/>
              </a:spcBef>
            </a:pPr>
            <a:r>
              <a:rPr lang="en-US" spc="-85" dirty="0">
                <a:latin typeface="Arial Black"/>
                <a:cs typeface="Arial Black"/>
              </a:rPr>
              <a:t>Data</a:t>
            </a:r>
            <a:r>
              <a:rPr lang="en-US" spc="-5" dirty="0">
                <a:latin typeface="Arial Black"/>
                <a:cs typeface="Arial Black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60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 Black"/>
                <a:cs typeface="Arial Black"/>
              </a:rPr>
              <a:t>[RF]</a:t>
            </a:r>
            <a:r>
              <a:rPr lang="en-US" spc="-5" dirty="0">
                <a:latin typeface="Arial Black"/>
                <a:cs typeface="Arial Black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60" dirty="0">
                <a:latin typeface="Arial"/>
                <a:cs typeface="Arial"/>
              </a:rPr>
              <a:t> </a:t>
            </a:r>
            <a:r>
              <a:rPr lang="en-US" spc="-45" dirty="0">
                <a:latin typeface="Arial Black"/>
                <a:cs typeface="Arial Black"/>
              </a:rPr>
              <a:t>[LSTM]</a:t>
            </a:r>
            <a:r>
              <a:rPr lang="en-US" spc="-5" dirty="0">
                <a:latin typeface="Arial Black"/>
                <a:cs typeface="Arial Black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60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 Black"/>
                <a:cs typeface="Arial Black"/>
              </a:rPr>
              <a:t>[BiLSTM]</a:t>
            </a:r>
            <a:r>
              <a:rPr lang="en-US" spc="-5" dirty="0">
                <a:latin typeface="Arial Black"/>
                <a:cs typeface="Arial Black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6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 Black"/>
                <a:cs typeface="Arial Black"/>
              </a:rPr>
              <a:t>Prediction</a:t>
            </a:r>
          </a:p>
          <a:p>
            <a:pPr marL="387985">
              <a:lnSpc>
                <a:spcPct val="100000"/>
              </a:lnSpc>
              <a:spcBef>
                <a:spcPts val="90"/>
              </a:spcBef>
            </a:pPr>
            <a:endParaRPr lang="en-US" dirty="0">
              <a:latin typeface="Arial Black"/>
              <a:cs typeface="Arial Black"/>
            </a:endParaRPr>
          </a:p>
          <a:p>
            <a:pPr marL="3365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16535" algn="l"/>
              </a:tabLst>
            </a:pPr>
            <a:r>
              <a:rPr lang="en-US" sz="1400" spc="-105" dirty="0">
                <a:latin typeface="Arial Black"/>
                <a:cs typeface="Arial Black"/>
              </a:rPr>
              <a:t>Step</a:t>
            </a:r>
            <a:r>
              <a:rPr lang="en-US" sz="1400" spc="20" dirty="0">
                <a:latin typeface="Arial Black"/>
                <a:cs typeface="Arial Black"/>
              </a:rPr>
              <a:t> </a:t>
            </a:r>
            <a:r>
              <a:rPr lang="en-US" sz="1400" spc="-10" dirty="0">
                <a:latin typeface="Arial Black"/>
                <a:cs typeface="Arial Black"/>
              </a:rPr>
              <a:t>1:</a:t>
            </a:r>
            <a:r>
              <a:rPr lang="en-US" sz="1400" spc="70" dirty="0">
                <a:latin typeface="Arial Black"/>
                <a:cs typeface="Arial Black"/>
              </a:rPr>
              <a:t> </a:t>
            </a:r>
            <a:r>
              <a:rPr lang="en-US" sz="1400" dirty="0">
                <a:latin typeface="Tahoma"/>
                <a:cs typeface="Tahoma"/>
              </a:rPr>
              <a:t>RF</a:t>
            </a:r>
            <a:r>
              <a:rPr lang="en-US" sz="1400" spc="-5" dirty="0">
                <a:latin typeface="Tahoma"/>
                <a:cs typeface="Tahoma"/>
              </a:rPr>
              <a:t> </a:t>
            </a:r>
            <a:r>
              <a:rPr lang="en-US" sz="1400" spc="-25" dirty="0">
                <a:latin typeface="Tahoma"/>
                <a:cs typeface="Tahoma"/>
              </a:rPr>
              <a:t>identifies</a:t>
            </a:r>
            <a:r>
              <a:rPr lang="en-US" sz="1400" spc="5" dirty="0">
                <a:latin typeface="Tahoma"/>
                <a:cs typeface="Tahoma"/>
              </a:rPr>
              <a:t> </a:t>
            </a:r>
            <a:r>
              <a:rPr lang="en-US" sz="1400" spc="-45" dirty="0">
                <a:latin typeface="Tahoma"/>
                <a:cs typeface="Tahoma"/>
              </a:rPr>
              <a:t>system</a:t>
            </a:r>
            <a:r>
              <a:rPr lang="en-US" sz="1400" spc="-5" dirty="0">
                <a:latin typeface="Tahoma"/>
                <a:cs typeface="Tahoma"/>
              </a:rPr>
              <a:t> </a:t>
            </a:r>
            <a:r>
              <a:rPr lang="en-US" sz="1400" spc="-45" dirty="0">
                <a:latin typeface="Tahoma"/>
                <a:cs typeface="Tahoma"/>
              </a:rPr>
              <a:t>parameters</a:t>
            </a:r>
            <a:r>
              <a:rPr lang="en-US" sz="1400" dirty="0">
                <a:latin typeface="Tahoma"/>
                <a:cs typeface="Tahoma"/>
              </a:rPr>
              <a:t> (K,</a:t>
            </a:r>
            <a:r>
              <a:rPr lang="en-US" sz="1400" spc="-5" dirty="0">
                <a:latin typeface="Tahoma"/>
                <a:cs typeface="Tahoma"/>
              </a:rPr>
              <a:t> </a:t>
            </a:r>
            <a:r>
              <a:rPr lang="en-US" sz="1400" dirty="0">
                <a:latin typeface="Tahoma"/>
                <a:cs typeface="Tahoma"/>
              </a:rPr>
              <a:t>C, J) </a:t>
            </a:r>
            <a:r>
              <a:rPr lang="en-US" sz="1400" spc="-10" dirty="0">
                <a:latin typeface="Tahoma"/>
                <a:cs typeface="Tahoma"/>
              </a:rPr>
              <a:t>from</a:t>
            </a:r>
            <a:r>
              <a:rPr lang="en-US" sz="1400" spc="-5" dirty="0">
                <a:latin typeface="Tahoma"/>
                <a:cs typeface="Tahoma"/>
              </a:rPr>
              <a:t> </a:t>
            </a:r>
            <a:r>
              <a:rPr lang="en-US" sz="1400" spc="-20" dirty="0">
                <a:latin typeface="Tahoma"/>
                <a:cs typeface="Tahoma"/>
              </a:rPr>
              <a:t>36</a:t>
            </a:r>
            <a:r>
              <a:rPr lang="en-US" sz="1400" spc="5" dirty="0">
                <a:latin typeface="Tahoma"/>
                <a:cs typeface="Tahoma"/>
              </a:rPr>
              <a:t> </a:t>
            </a:r>
            <a:r>
              <a:rPr lang="en-US" sz="1400" spc="-10" dirty="0">
                <a:latin typeface="Tahoma"/>
                <a:cs typeface="Tahoma"/>
              </a:rPr>
              <a:t>features</a:t>
            </a:r>
            <a:endParaRPr lang="en-US" sz="1400" dirty="0">
              <a:latin typeface="Tahoma"/>
              <a:cs typeface="Tahoma"/>
            </a:endParaRPr>
          </a:p>
          <a:p>
            <a:pPr marL="336550" indent="-2857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16535" algn="l"/>
              </a:tabLst>
            </a:pPr>
            <a:r>
              <a:rPr lang="en-US" sz="1400" spc="-105" dirty="0">
                <a:latin typeface="Arial Black"/>
                <a:cs typeface="Arial Black"/>
              </a:rPr>
              <a:t>Step</a:t>
            </a:r>
            <a:r>
              <a:rPr lang="en-US" sz="1400" spc="20" dirty="0">
                <a:latin typeface="Arial Black"/>
                <a:cs typeface="Arial Black"/>
              </a:rPr>
              <a:t> </a:t>
            </a:r>
            <a:r>
              <a:rPr lang="en-US" sz="1400" spc="-10" dirty="0">
                <a:latin typeface="Arial Black"/>
                <a:cs typeface="Arial Black"/>
              </a:rPr>
              <a:t>2:</a:t>
            </a:r>
            <a:r>
              <a:rPr lang="en-US" sz="1400" spc="40" dirty="0">
                <a:latin typeface="Arial Black"/>
                <a:cs typeface="Arial Black"/>
              </a:rPr>
              <a:t> </a:t>
            </a:r>
            <a:r>
              <a:rPr lang="en-US" sz="1400" spc="50" dirty="0">
                <a:latin typeface="Tahoma"/>
                <a:cs typeface="Tahoma"/>
              </a:rPr>
              <a:t>LSTM</a:t>
            </a:r>
            <a:r>
              <a:rPr lang="en-US" sz="1400" spc="-10" dirty="0">
                <a:latin typeface="Tahoma"/>
                <a:cs typeface="Tahoma"/>
              </a:rPr>
              <a:t> </a:t>
            </a:r>
            <a:r>
              <a:rPr lang="en-US" sz="1400" spc="-20" dirty="0">
                <a:latin typeface="Tahoma"/>
                <a:cs typeface="Tahoma"/>
              </a:rPr>
              <a:t>tracks</a:t>
            </a:r>
            <a:r>
              <a:rPr lang="en-US" sz="1400" spc="-15" dirty="0">
                <a:latin typeface="Tahoma"/>
                <a:cs typeface="Tahoma"/>
              </a:rPr>
              <a:t> </a:t>
            </a:r>
            <a:r>
              <a:rPr lang="en-US" sz="1400" spc="-40" dirty="0">
                <a:latin typeface="Tahoma"/>
                <a:cs typeface="Tahoma"/>
              </a:rPr>
              <a:t>degradation</a:t>
            </a:r>
            <a:r>
              <a:rPr lang="en-US" sz="1400" spc="-10" dirty="0">
                <a:latin typeface="Tahoma"/>
                <a:cs typeface="Tahoma"/>
              </a:rPr>
              <a:t> </a:t>
            </a:r>
            <a:r>
              <a:rPr lang="en-US" sz="1400" spc="-30" dirty="0">
                <a:latin typeface="Tahoma"/>
                <a:cs typeface="Tahoma"/>
              </a:rPr>
              <a:t>rates</a:t>
            </a:r>
            <a:r>
              <a:rPr lang="en-US" sz="1400" spc="-5" dirty="0">
                <a:latin typeface="Tahoma"/>
                <a:cs typeface="Tahoma"/>
              </a:rPr>
              <a:t> </a:t>
            </a:r>
            <a:r>
              <a:rPr lang="en-US" sz="1400" dirty="0">
                <a:latin typeface="Tahoma"/>
                <a:cs typeface="Tahoma"/>
              </a:rPr>
              <a:t>(</a:t>
            </a:r>
            <a:r>
              <a:rPr lang="en-US" sz="1400" dirty="0" err="1">
                <a:latin typeface="Tahoma"/>
                <a:cs typeface="Tahoma"/>
              </a:rPr>
              <a:t>dK</a:t>
            </a:r>
            <a:r>
              <a:rPr lang="en-US" sz="1400" dirty="0">
                <a:latin typeface="Tahoma"/>
                <a:cs typeface="Tahoma"/>
              </a:rPr>
              <a:t>,</a:t>
            </a:r>
            <a:r>
              <a:rPr lang="en-US" sz="1400" spc="-15" dirty="0">
                <a:latin typeface="Tahoma"/>
                <a:cs typeface="Tahoma"/>
              </a:rPr>
              <a:t> </a:t>
            </a:r>
            <a:r>
              <a:rPr lang="en-US" sz="1400" dirty="0" err="1">
                <a:latin typeface="Tahoma"/>
                <a:cs typeface="Tahoma"/>
              </a:rPr>
              <a:t>dC</a:t>
            </a:r>
            <a:r>
              <a:rPr lang="en-US" sz="1400" dirty="0">
                <a:latin typeface="Tahoma"/>
                <a:cs typeface="Tahoma"/>
              </a:rPr>
              <a:t>)</a:t>
            </a:r>
            <a:r>
              <a:rPr lang="en-US" sz="1400" spc="-15" dirty="0">
                <a:latin typeface="Tahoma"/>
                <a:cs typeface="Tahoma"/>
              </a:rPr>
              <a:t> </a:t>
            </a:r>
            <a:r>
              <a:rPr lang="en-US" sz="1400" spc="-45" dirty="0">
                <a:latin typeface="Tahoma"/>
                <a:cs typeface="Tahoma"/>
              </a:rPr>
              <a:t>over</a:t>
            </a:r>
            <a:r>
              <a:rPr lang="en-US" sz="1400" spc="-10" dirty="0">
                <a:latin typeface="Tahoma"/>
                <a:cs typeface="Tahoma"/>
              </a:rPr>
              <a:t> </a:t>
            </a:r>
            <a:r>
              <a:rPr lang="en-US" sz="1400" spc="-20" dirty="0">
                <a:latin typeface="Tahoma"/>
                <a:cs typeface="Tahoma"/>
              </a:rPr>
              <a:t>time</a:t>
            </a:r>
            <a:endParaRPr lang="en-US" sz="1400" dirty="0">
              <a:latin typeface="Tahoma"/>
              <a:cs typeface="Tahoma"/>
            </a:endParaRPr>
          </a:p>
          <a:p>
            <a:pPr marL="336550" indent="-2857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16535" algn="l"/>
              </a:tabLst>
            </a:pPr>
            <a:r>
              <a:rPr lang="en-US" sz="1400" spc="-105" dirty="0">
                <a:latin typeface="Arial Black"/>
                <a:cs typeface="Arial Black"/>
              </a:rPr>
              <a:t>Step</a:t>
            </a:r>
            <a:r>
              <a:rPr lang="en-US" sz="1400" spc="40" dirty="0">
                <a:latin typeface="Arial Black"/>
                <a:cs typeface="Arial Black"/>
              </a:rPr>
              <a:t> </a:t>
            </a:r>
            <a:r>
              <a:rPr lang="en-US" sz="1400" spc="-10" dirty="0">
                <a:latin typeface="Arial Black"/>
                <a:cs typeface="Arial Black"/>
              </a:rPr>
              <a:t>3:</a:t>
            </a:r>
            <a:r>
              <a:rPr lang="en-US" sz="1400" spc="120" dirty="0">
                <a:latin typeface="Arial Black"/>
                <a:cs typeface="Arial Black"/>
              </a:rPr>
              <a:t> </a:t>
            </a:r>
            <a:r>
              <a:rPr lang="en-US" sz="1400" dirty="0">
                <a:latin typeface="Tahoma"/>
                <a:cs typeface="Tahoma"/>
              </a:rPr>
              <a:t>BiLSTM</a:t>
            </a:r>
            <a:r>
              <a:rPr lang="en-US" sz="1400" spc="25" dirty="0">
                <a:latin typeface="Tahoma"/>
                <a:cs typeface="Tahoma"/>
              </a:rPr>
              <a:t> </a:t>
            </a:r>
            <a:r>
              <a:rPr lang="en-US" sz="1400" spc="-30" dirty="0">
                <a:latin typeface="Tahoma"/>
                <a:cs typeface="Tahoma"/>
              </a:rPr>
              <a:t>predicts</a:t>
            </a:r>
            <a:r>
              <a:rPr lang="en-US" sz="1400" spc="35" dirty="0">
                <a:latin typeface="Tahoma"/>
                <a:cs typeface="Tahoma"/>
              </a:rPr>
              <a:t> </a:t>
            </a:r>
            <a:r>
              <a:rPr lang="en-US" sz="1400" dirty="0">
                <a:latin typeface="Tahoma"/>
                <a:cs typeface="Tahoma"/>
              </a:rPr>
              <a:t>RUL</a:t>
            </a:r>
            <a:r>
              <a:rPr lang="en-US" sz="1400" spc="25" dirty="0">
                <a:latin typeface="Tahoma"/>
                <a:cs typeface="Tahoma"/>
              </a:rPr>
              <a:t> </a:t>
            </a:r>
            <a:r>
              <a:rPr lang="en-US" sz="1400" spc="-10" dirty="0">
                <a:latin typeface="Tahoma"/>
                <a:cs typeface="Tahoma"/>
              </a:rPr>
              <a:t>from</a:t>
            </a:r>
            <a:r>
              <a:rPr lang="en-US" sz="1400" spc="25" dirty="0">
                <a:latin typeface="Tahoma"/>
                <a:cs typeface="Tahoma"/>
              </a:rPr>
              <a:t> </a:t>
            </a:r>
            <a:r>
              <a:rPr lang="en-US" sz="1400" spc="-40" dirty="0">
                <a:latin typeface="Tahoma"/>
                <a:cs typeface="Tahoma"/>
              </a:rPr>
              <a:t>degradation</a:t>
            </a:r>
            <a:r>
              <a:rPr lang="en-US" sz="1400" spc="25" dirty="0">
                <a:latin typeface="Tahoma"/>
                <a:cs typeface="Tahoma"/>
              </a:rPr>
              <a:t> </a:t>
            </a:r>
            <a:r>
              <a:rPr lang="en-US" sz="1400" spc="-10" dirty="0">
                <a:latin typeface="Tahoma"/>
                <a:cs typeface="Tahoma"/>
              </a:rPr>
              <a:t>trends</a:t>
            </a:r>
            <a:endParaRPr lang="en-US" sz="14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07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8571F-EF7C-0F8C-47C2-9CC7CAEF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40" dirty="0">
                <a:solidFill>
                  <a:schemeClr val="bg1"/>
                </a:solidFill>
              </a:rPr>
              <a:t>Complete</a:t>
            </a:r>
            <a:r>
              <a:rPr lang="en-US" spc="65" dirty="0">
                <a:solidFill>
                  <a:schemeClr val="bg1"/>
                </a:solidFill>
              </a:rPr>
              <a:t> </a:t>
            </a:r>
            <a:r>
              <a:rPr lang="en-US" spc="-165" dirty="0">
                <a:solidFill>
                  <a:schemeClr val="bg1"/>
                </a:solidFill>
              </a:rPr>
              <a:t>System</a:t>
            </a:r>
            <a:r>
              <a:rPr lang="en-US" spc="65" dirty="0">
                <a:solidFill>
                  <a:schemeClr val="bg1"/>
                </a:solidFill>
              </a:rPr>
              <a:t> </a:t>
            </a:r>
            <a:r>
              <a:rPr lang="en-US" spc="-140" dirty="0">
                <a:solidFill>
                  <a:schemeClr val="bg1"/>
                </a:solidFill>
              </a:rPr>
              <a:t>Flowchart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A0711-F02C-C11F-8D9F-D18F30D60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979" y="2101755"/>
            <a:ext cx="10418384" cy="1327245"/>
          </a:xfrm>
        </p:spPr>
        <p:txBody>
          <a:bodyPr>
            <a:normAutofit/>
          </a:bodyPr>
          <a:lstStyle/>
          <a:p>
            <a:r>
              <a:rPr lang="en-US" spc="-85" dirty="0"/>
              <a:t>Data</a:t>
            </a:r>
            <a:r>
              <a:rPr lang="en-US" dirty="0"/>
              <a:t> </a:t>
            </a:r>
            <a:r>
              <a:rPr lang="en-US" spc="-10" dirty="0"/>
              <a:t>Flow:</a:t>
            </a: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lang="en-US" spc="-60" dirty="0">
                <a:latin typeface="Tahoma"/>
                <a:cs typeface="Tahoma"/>
              </a:rPr>
              <a:t>Sensors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15" dirty="0">
                <a:latin typeface="Arial"/>
                <a:cs typeface="Arial"/>
              </a:rPr>
              <a:t> </a:t>
            </a:r>
            <a:r>
              <a:rPr lang="en-US" dirty="0">
                <a:latin typeface="Tahoma"/>
                <a:cs typeface="Tahoma"/>
              </a:rPr>
              <a:t>Data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spc="-20" dirty="0">
                <a:latin typeface="Tahoma"/>
                <a:cs typeface="Tahoma"/>
              </a:rPr>
              <a:t>Collection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15" dirty="0">
                <a:latin typeface="Arial"/>
                <a:cs typeface="Arial"/>
              </a:rPr>
              <a:t> </a:t>
            </a:r>
            <a:r>
              <a:rPr lang="en-US" spc="-30" dirty="0">
                <a:latin typeface="Tahoma"/>
                <a:cs typeface="Tahoma"/>
              </a:rPr>
              <a:t>Feature</a:t>
            </a:r>
            <a:r>
              <a:rPr lang="en-US" spc="-20" dirty="0">
                <a:latin typeface="Tahoma"/>
                <a:cs typeface="Tahoma"/>
              </a:rPr>
              <a:t> </a:t>
            </a:r>
            <a:r>
              <a:rPr lang="en-US" spc="-10" dirty="0">
                <a:latin typeface="Tahoma"/>
                <a:cs typeface="Tahoma"/>
              </a:rPr>
              <a:t>Extraction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i="1" spc="-50" dirty="0">
                <a:latin typeface="Arial"/>
                <a:cs typeface="Arial"/>
              </a:rPr>
              <a:t>→</a:t>
            </a:r>
          </a:p>
          <a:p>
            <a:pPr marL="10795" marR="5080" algn="ctr">
              <a:lnSpc>
                <a:spcPct val="102600"/>
              </a:lnSpc>
            </a:pPr>
            <a:r>
              <a:rPr lang="en-US" spc="-35" dirty="0">
                <a:latin typeface="Tahoma"/>
                <a:cs typeface="Tahoma"/>
              </a:rPr>
              <a:t>Random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spc="-30" dirty="0">
                <a:latin typeface="Tahoma"/>
                <a:cs typeface="Tahoma"/>
              </a:rPr>
              <a:t>Forest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dirty="0">
                <a:latin typeface="Tahoma"/>
                <a:cs typeface="Tahoma"/>
              </a:rPr>
              <a:t>Model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20" dirty="0">
                <a:latin typeface="Arial"/>
                <a:cs typeface="Arial"/>
              </a:rPr>
              <a:t> </a:t>
            </a:r>
            <a:r>
              <a:rPr lang="en-US" spc="55" dirty="0">
                <a:latin typeface="Tahoma"/>
                <a:cs typeface="Tahoma"/>
              </a:rPr>
              <a:t>LSTM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spc="-40" dirty="0">
                <a:latin typeface="Tahoma"/>
                <a:cs typeface="Tahoma"/>
              </a:rPr>
              <a:t>Degradation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dirty="0">
                <a:latin typeface="Tahoma"/>
                <a:cs typeface="Tahoma"/>
              </a:rPr>
              <a:t>Model</a:t>
            </a:r>
            <a:r>
              <a:rPr lang="en-US" spc="-25" dirty="0">
                <a:latin typeface="Tahoma"/>
                <a:cs typeface="Tahoma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20" dirty="0">
                <a:latin typeface="Arial"/>
                <a:cs typeface="Arial"/>
              </a:rPr>
              <a:t> </a:t>
            </a:r>
            <a:r>
              <a:rPr lang="en-US" spc="40" dirty="0">
                <a:latin typeface="Tahoma"/>
                <a:cs typeface="Tahoma"/>
              </a:rPr>
              <a:t>BiLSTM </a:t>
            </a:r>
            <a:r>
              <a:rPr lang="en-US" dirty="0">
                <a:latin typeface="Tahoma"/>
                <a:cs typeface="Tahoma"/>
              </a:rPr>
              <a:t>RUL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spc="-20" dirty="0">
                <a:latin typeface="Tahoma"/>
                <a:cs typeface="Tahoma"/>
              </a:rPr>
              <a:t>Predictor</a:t>
            </a:r>
            <a:r>
              <a:rPr lang="en-US" dirty="0">
                <a:latin typeface="Tahoma"/>
                <a:cs typeface="Tahoma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35" dirty="0">
                <a:latin typeface="Arial"/>
                <a:cs typeface="Arial"/>
              </a:rPr>
              <a:t> </a:t>
            </a:r>
            <a:r>
              <a:rPr lang="en-US" dirty="0">
                <a:latin typeface="Tahoma"/>
                <a:cs typeface="Tahoma"/>
              </a:rPr>
              <a:t>Alerts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i="1" dirty="0">
                <a:latin typeface="Arial"/>
                <a:cs typeface="Arial"/>
              </a:rPr>
              <a:t>→</a:t>
            </a:r>
            <a:r>
              <a:rPr lang="en-US" i="1" spc="40" dirty="0">
                <a:latin typeface="Arial"/>
                <a:cs typeface="Arial"/>
              </a:rPr>
              <a:t> </a:t>
            </a:r>
            <a:r>
              <a:rPr lang="en-US" spc="-10" dirty="0">
                <a:latin typeface="Tahoma"/>
                <a:cs typeface="Tahoma"/>
              </a:rPr>
              <a:t>Dashboard</a:t>
            </a:r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8EC6-D892-D31F-4EE9-398FB476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3B5D8-5397-AE18-CB0B-21E922363C07}"/>
              </a:ext>
            </a:extLst>
          </p:cNvPr>
          <p:cNvSpPr txBox="1"/>
          <p:nvPr/>
        </p:nvSpPr>
        <p:spPr>
          <a:xfrm>
            <a:off x="812042" y="3622343"/>
            <a:ext cx="2417008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lang="en-IN" spc="-10" dirty="0">
                <a:latin typeface="Arial Black"/>
                <a:cs typeface="Arial Black"/>
              </a:rPr>
              <a:t>Input:</a:t>
            </a:r>
            <a:endParaRPr lang="en-IN" dirty="0">
              <a:latin typeface="Arial Black"/>
              <a:cs typeface="Arial Black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spc="-10" dirty="0">
                <a:latin typeface="Microsoft Sans Serif"/>
                <a:cs typeface="Microsoft Sans Serif"/>
              </a:rPr>
              <a:t>Real</a:t>
            </a:r>
            <a:r>
              <a:rPr lang="en-IN" spc="-5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vibration</a:t>
            </a:r>
            <a:r>
              <a:rPr lang="en-IN" spc="-5" dirty="0">
                <a:latin typeface="Microsoft Sans Serif"/>
                <a:cs typeface="Microsoft Sans Serif"/>
              </a:rPr>
              <a:t> </a:t>
            </a:r>
            <a:r>
              <a:rPr lang="en-IN" spc="-20" dirty="0">
                <a:latin typeface="Microsoft Sans Serif"/>
                <a:cs typeface="Microsoft Sans Serif"/>
              </a:rPr>
              <a:t>data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spc="-10" dirty="0">
                <a:latin typeface="Microsoft Sans Serif"/>
                <a:cs typeface="Microsoft Sans Serif"/>
              </a:rPr>
              <a:t>4096</a:t>
            </a:r>
            <a:r>
              <a:rPr lang="en-IN" spc="20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Hz</a:t>
            </a:r>
            <a:r>
              <a:rPr lang="en-IN" spc="2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sampling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5</a:t>
            </a:r>
            <a:r>
              <a:rPr lang="en-IN" spc="25" dirty="0">
                <a:latin typeface="Microsoft Sans Serif"/>
                <a:cs typeface="Microsoft Sans Serif"/>
              </a:rPr>
              <a:t> </a:t>
            </a:r>
            <a:r>
              <a:rPr lang="en-IN" spc="-20" dirty="0">
                <a:latin typeface="Microsoft Sans Serif"/>
                <a:cs typeface="Microsoft Sans Serif"/>
              </a:rPr>
              <a:t>unbalance</a:t>
            </a:r>
            <a:r>
              <a:rPr lang="en-IN" spc="3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levels</a:t>
            </a:r>
            <a:endParaRPr lang="en-IN" dirty="0">
              <a:latin typeface="Microsoft Sans Serif"/>
              <a:cs typeface="Microsoft Sans Serif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9D319-F346-39E2-7D4D-07301D1A341A}"/>
              </a:ext>
            </a:extLst>
          </p:cNvPr>
          <p:cNvSpPr txBox="1"/>
          <p:nvPr/>
        </p:nvSpPr>
        <p:spPr>
          <a:xfrm>
            <a:off x="4502996" y="3621205"/>
            <a:ext cx="1872629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lang="en-IN" spc="-10" dirty="0">
                <a:latin typeface="Arial Black"/>
                <a:cs typeface="Arial Black"/>
              </a:rPr>
              <a:t>Processing:</a:t>
            </a:r>
            <a:endParaRPr lang="en-IN" dirty="0">
              <a:latin typeface="Arial Black"/>
              <a:cs typeface="Arial Black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i="1" spc="-20" dirty="0">
                <a:latin typeface="Verdana"/>
                <a:cs typeface="Verdana"/>
              </a:rPr>
              <a:t>&lt;</a:t>
            </a:r>
            <a:r>
              <a:rPr lang="en-IN" spc="-20" dirty="0">
                <a:latin typeface="Microsoft Sans Serif"/>
                <a:cs typeface="Microsoft Sans Serif"/>
              </a:rPr>
              <a:t>150ms</a:t>
            </a:r>
            <a:r>
              <a:rPr lang="en-IN" spc="20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total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36</a:t>
            </a:r>
            <a:r>
              <a:rPr lang="en-IN" spc="10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features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3</a:t>
            </a:r>
            <a:r>
              <a:rPr lang="en-IN" spc="90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ML</a:t>
            </a:r>
            <a:r>
              <a:rPr lang="en-IN" spc="90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models</a:t>
            </a:r>
            <a:endParaRPr lang="en-IN" dirty="0">
              <a:latin typeface="Microsoft Sans Serif"/>
              <a:cs typeface="Microsoft Sans Serif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87E5D-F38F-F12F-A60C-FB56DC071AB1}"/>
              </a:ext>
            </a:extLst>
          </p:cNvPr>
          <p:cNvSpPr txBox="1"/>
          <p:nvPr/>
        </p:nvSpPr>
        <p:spPr>
          <a:xfrm>
            <a:off x="7649571" y="3622343"/>
            <a:ext cx="2076531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680" indent="-28575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pc="-10" dirty="0">
                <a:latin typeface="Arial Black"/>
                <a:cs typeface="Arial Black"/>
              </a:rPr>
              <a:t>Output:</a:t>
            </a:r>
            <a:endParaRPr lang="en-IN" dirty="0">
              <a:latin typeface="Arial Black"/>
              <a:cs typeface="Arial Black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RUL</a:t>
            </a:r>
            <a:r>
              <a:rPr lang="en-IN" spc="4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prediction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Early</a:t>
            </a:r>
            <a:r>
              <a:rPr lang="en-IN" spc="-2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warnings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Live</a:t>
            </a:r>
            <a:r>
              <a:rPr lang="en-IN" spc="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dashboard</a:t>
            </a:r>
            <a:endParaRPr lang="en-IN" dirty="0">
              <a:latin typeface="Microsoft Sans Serif"/>
              <a:cs typeface="Microsoft Sans Serif"/>
            </a:endParaRP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6343A19-BF7D-A7C8-76C6-2FB23AD20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22863"/>
              </p:ext>
            </p:extLst>
          </p:nvPr>
        </p:nvGraphicFramePr>
        <p:xfrm>
          <a:off x="736978" y="5428143"/>
          <a:ext cx="11036612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59153">
                  <a:extLst>
                    <a:ext uri="{9D8B030D-6E8A-4147-A177-3AD203B41FA5}">
                      <a16:colId xmlns:a16="http://schemas.microsoft.com/office/drawing/2014/main" val="569395104"/>
                    </a:ext>
                  </a:extLst>
                </a:gridCol>
                <a:gridCol w="2759153">
                  <a:extLst>
                    <a:ext uri="{9D8B030D-6E8A-4147-A177-3AD203B41FA5}">
                      <a16:colId xmlns:a16="http://schemas.microsoft.com/office/drawing/2014/main" val="1366236167"/>
                    </a:ext>
                  </a:extLst>
                </a:gridCol>
                <a:gridCol w="2759153">
                  <a:extLst>
                    <a:ext uri="{9D8B030D-6E8A-4147-A177-3AD203B41FA5}">
                      <a16:colId xmlns:a16="http://schemas.microsoft.com/office/drawing/2014/main" val="1653789920"/>
                    </a:ext>
                  </a:extLst>
                </a:gridCol>
                <a:gridCol w="2759153">
                  <a:extLst>
                    <a:ext uri="{9D8B030D-6E8A-4147-A177-3AD203B41FA5}">
                      <a16:colId xmlns:a16="http://schemas.microsoft.com/office/drawing/2014/main" val="3889638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117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Vibration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RF, LSTM, 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 + 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087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406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6724D-7886-0BDB-F1CB-6EECD2DE8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55" dirty="0">
                <a:solidFill>
                  <a:schemeClr val="bg1"/>
                </a:solidFill>
              </a:rPr>
              <a:t>Performance</a:t>
            </a:r>
            <a:r>
              <a:rPr lang="en-US" spc="100" dirty="0">
                <a:solidFill>
                  <a:schemeClr val="bg1"/>
                </a:solidFill>
              </a:rPr>
              <a:t> </a:t>
            </a:r>
            <a:r>
              <a:rPr lang="en-US" spc="-140" dirty="0">
                <a:solidFill>
                  <a:schemeClr val="bg1"/>
                </a:solidFill>
              </a:rPr>
              <a:t>Results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6E243-B163-1AB7-1491-B17A7CE93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142699"/>
            <a:ext cx="5863395" cy="3726289"/>
          </a:xfrm>
        </p:spPr>
        <p:txBody>
          <a:bodyPr>
            <a:normAutofit/>
          </a:bodyPr>
          <a:lstStyle/>
          <a:p>
            <a:r>
              <a:rPr lang="en-US" b="1" dirty="0"/>
              <a:t>Key Metrics: </a:t>
            </a:r>
          </a:p>
          <a:p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A0328-1CC9-8D84-F888-8E7A1E93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A3D3D5-B9CA-109E-0B72-BCB47C889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458740"/>
              </p:ext>
            </p:extLst>
          </p:nvPr>
        </p:nvGraphicFramePr>
        <p:xfrm>
          <a:off x="919018" y="2600167"/>
          <a:ext cx="1041492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03731">
                  <a:extLst>
                    <a:ext uri="{9D8B030D-6E8A-4147-A177-3AD203B41FA5}">
                      <a16:colId xmlns:a16="http://schemas.microsoft.com/office/drawing/2014/main" val="4151838479"/>
                    </a:ext>
                  </a:extLst>
                </a:gridCol>
                <a:gridCol w="2603731">
                  <a:extLst>
                    <a:ext uri="{9D8B030D-6E8A-4147-A177-3AD203B41FA5}">
                      <a16:colId xmlns:a16="http://schemas.microsoft.com/office/drawing/2014/main" val="4224723811"/>
                    </a:ext>
                  </a:extLst>
                </a:gridCol>
                <a:gridCol w="2603731">
                  <a:extLst>
                    <a:ext uri="{9D8B030D-6E8A-4147-A177-3AD203B41FA5}">
                      <a16:colId xmlns:a16="http://schemas.microsoft.com/office/drawing/2014/main" val="941624545"/>
                    </a:ext>
                  </a:extLst>
                </a:gridCol>
                <a:gridCol w="2603731">
                  <a:extLst>
                    <a:ext uri="{9D8B030D-6E8A-4147-A177-3AD203B41FA5}">
                      <a16:colId xmlns:a16="http://schemas.microsoft.com/office/drawing/2014/main" val="3195888133"/>
                    </a:ext>
                  </a:extLst>
                </a:gridCol>
              </a:tblGrid>
              <a:tr h="309516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304896"/>
                  </a:ext>
                </a:extLst>
              </a:tr>
              <a:tr h="309516">
                <a:tc>
                  <a:txBody>
                    <a:bodyPr/>
                    <a:lstStyle/>
                    <a:p>
                      <a:r>
                        <a:rPr lang="en-US" dirty="0"/>
                        <a:t>RUL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11.74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15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Univers" panose="020F0502020204030204"/>
                          <a:ea typeface="+mn-ea"/>
                          <a:cs typeface="+mn-cs"/>
                        </a:rP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302202"/>
                  </a:ext>
                </a:extLst>
              </a:tr>
              <a:tr h="309516">
                <a:tc>
                  <a:txBody>
                    <a:bodyPr/>
                    <a:lstStyle/>
                    <a:p>
                      <a:r>
                        <a:rPr lang="en-US" dirty="0"/>
                        <a:t>Early 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15-20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 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Univers" panose="020F0502020204030204"/>
                          <a:ea typeface="+mn-ea"/>
                          <a:cs typeface="+mn-cs"/>
                        </a:rP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26456"/>
                  </a:ext>
                </a:extLst>
              </a:tr>
              <a:tr h="309516">
                <a:tc>
                  <a:txBody>
                    <a:bodyPr/>
                    <a:lstStyle/>
                    <a:p>
                      <a:r>
                        <a:rPr lang="en-US" dirty="0"/>
                        <a:t>System ID R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 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Univers" panose="020F0502020204030204"/>
                          <a:ea typeface="+mn-ea"/>
                          <a:cs typeface="+mn-cs"/>
                        </a:rPr>
                        <a:t>PASS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Univers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338799"/>
                  </a:ext>
                </a:extLst>
              </a:tr>
              <a:tr h="309516">
                <a:tc>
                  <a:txBody>
                    <a:bodyPr/>
                    <a:lstStyle/>
                    <a:p>
                      <a:r>
                        <a:rPr lang="en-US" dirty="0"/>
                        <a:t>Processing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200ms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Univers" panose="020F0502020204030204"/>
                          <a:ea typeface="+mn-ea"/>
                          <a:cs typeface="+mn-cs"/>
                        </a:rPr>
                        <a:t>PASS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Univers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684264"/>
                  </a:ext>
                </a:extLst>
              </a:tr>
              <a:tr h="309516">
                <a:tc>
                  <a:txBody>
                    <a:bodyPr/>
                    <a:lstStyle/>
                    <a:p>
                      <a:r>
                        <a:rPr lang="en-US" dirty="0"/>
                        <a:t>False Alarms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Univers" panose="020F0502020204030204"/>
                          <a:ea typeface="+mn-ea"/>
                          <a:cs typeface="+mn-cs"/>
                        </a:rP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6114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667377-A3BD-E897-18D4-FBEA3F53B9CB}"/>
              </a:ext>
            </a:extLst>
          </p:cNvPr>
          <p:cNvSpPr txBox="1"/>
          <p:nvPr/>
        </p:nvSpPr>
        <p:spPr>
          <a:xfrm>
            <a:off x="919018" y="4890119"/>
            <a:ext cx="5155707" cy="1456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lang="en-IN" spc="-80" dirty="0">
                <a:latin typeface="Arial Black"/>
                <a:cs typeface="Arial Black"/>
              </a:rPr>
              <a:t>Alert</a:t>
            </a:r>
            <a:r>
              <a:rPr lang="en-IN" dirty="0">
                <a:latin typeface="Arial Black"/>
                <a:cs typeface="Arial Black"/>
              </a:rPr>
              <a:t> </a:t>
            </a:r>
            <a:r>
              <a:rPr lang="en-IN" spc="-10" dirty="0">
                <a:latin typeface="Arial Black"/>
                <a:cs typeface="Arial Black"/>
              </a:rPr>
              <a:t>System:</a:t>
            </a:r>
            <a:endParaRPr lang="en-IN" dirty="0">
              <a:latin typeface="Arial Black"/>
              <a:cs typeface="Arial Black"/>
            </a:endParaRPr>
          </a:p>
          <a:p>
            <a:pPr marL="203835" indent="-165735">
              <a:lnSpc>
                <a:spcPct val="100000"/>
              </a:lnSpc>
              <a:spcBef>
                <a:spcPts val="810"/>
              </a:spcBef>
              <a:buClr>
                <a:srgbClr val="3333B2"/>
              </a:buClr>
              <a:buFont typeface="Lucida Sans Unicode"/>
              <a:buChar char="►"/>
              <a:tabLst>
                <a:tab pos="203835" algn="l"/>
              </a:tabLst>
            </a:pPr>
            <a:r>
              <a:rPr lang="en-IN" spc="-25" dirty="0">
                <a:solidFill>
                  <a:srgbClr val="FFF200"/>
                </a:solidFill>
                <a:latin typeface="Tahoma"/>
                <a:cs typeface="Tahoma"/>
              </a:rPr>
              <a:t>Yellow:</a:t>
            </a:r>
            <a:r>
              <a:rPr lang="en-IN" spc="85" dirty="0">
                <a:solidFill>
                  <a:srgbClr val="FFF200"/>
                </a:solidFill>
                <a:latin typeface="Tahoma"/>
                <a:cs typeface="Tahoma"/>
              </a:rPr>
              <a:t> </a:t>
            </a:r>
            <a:r>
              <a:rPr lang="en-IN" dirty="0">
                <a:latin typeface="Tahoma"/>
                <a:cs typeface="Tahoma"/>
              </a:rPr>
              <a:t>RUL</a:t>
            </a:r>
            <a:r>
              <a:rPr lang="en-IN" spc="-5" dirty="0">
                <a:latin typeface="Tahoma"/>
                <a:cs typeface="Tahoma"/>
              </a:rPr>
              <a:t> </a:t>
            </a:r>
            <a:r>
              <a:rPr lang="en-IN" i="1" spc="220" dirty="0">
                <a:latin typeface="Arial"/>
                <a:cs typeface="Arial"/>
              </a:rPr>
              <a:t>≤</a:t>
            </a:r>
            <a:r>
              <a:rPr lang="en-IN" i="1" spc="25" dirty="0">
                <a:latin typeface="Arial"/>
                <a:cs typeface="Arial"/>
              </a:rPr>
              <a:t> </a:t>
            </a:r>
            <a:r>
              <a:rPr lang="en-IN" spc="-20" dirty="0">
                <a:latin typeface="Tahoma"/>
                <a:cs typeface="Tahoma"/>
              </a:rPr>
              <a:t>14</a:t>
            </a:r>
            <a:r>
              <a:rPr lang="en-IN" spc="-15" dirty="0">
                <a:latin typeface="Tahoma"/>
                <a:cs typeface="Tahoma"/>
              </a:rPr>
              <a:t> </a:t>
            </a:r>
            <a:r>
              <a:rPr lang="en-IN" spc="-50" dirty="0">
                <a:latin typeface="Tahoma"/>
                <a:cs typeface="Tahoma"/>
              </a:rPr>
              <a:t>days</a:t>
            </a:r>
            <a:r>
              <a:rPr lang="en-IN" spc="-5" dirty="0">
                <a:latin typeface="Tahoma"/>
                <a:cs typeface="Tahoma"/>
              </a:rPr>
              <a:t> </a:t>
            </a:r>
            <a:r>
              <a:rPr lang="en-IN" spc="-35" dirty="0">
                <a:latin typeface="Tahoma"/>
                <a:cs typeface="Tahoma"/>
              </a:rPr>
              <a:t>(Schedule</a:t>
            </a:r>
            <a:r>
              <a:rPr lang="en-IN" spc="-5" dirty="0">
                <a:latin typeface="Tahoma"/>
                <a:cs typeface="Tahoma"/>
              </a:rPr>
              <a:t> </a:t>
            </a:r>
            <a:r>
              <a:rPr lang="en-IN" spc="-10" dirty="0">
                <a:latin typeface="Tahoma"/>
                <a:cs typeface="Tahoma"/>
              </a:rPr>
              <a:t>maintenance)</a:t>
            </a:r>
            <a:endParaRPr lang="en-IN" dirty="0">
              <a:latin typeface="Tahoma"/>
              <a:cs typeface="Tahoma"/>
            </a:endParaRPr>
          </a:p>
          <a:p>
            <a:pPr marL="203835" indent="-16573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Font typeface="Lucida Sans Unicode"/>
              <a:buChar char="►"/>
              <a:tabLst>
                <a:tab pos="203835" algn="l"/>
              </a:tabLst>
            </a:pPr>
            <a:r>
              <a:rPr lang="en-IN" spc="-20" dirty="0">
                <a:solidFill>
                  <a:srgbClr val="FF0000"/>
                </a:solidFill>
                <a:latin typeface="Tahoma"/>
                <a:cs typeface="Tahoma"/>
              </a:rPr>
              <a:t>Red:</a:t>
            </a:r>
            <a:r>
              <a:rPr lang="en-IN" spc="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IN" dirty="0">
                <a:latin typeface="Tahoma"/>
                <a:cs typeface="Tahoma"/>
              </a:rPr>
              <a:t>RUL</a:t>
            </a:r>
            <a:r>
              <a:rPr lang="en-IN" spc="-5" dirty="0">
                <a:latin typeface="Tahoma"/>
                <a:cs typeface="Tahoma"/>
              </a:rPr>
              <a:t> </a:t>
            </a:r>
            <a:r>
              <a:rPr lang="en-IN" i="1" spc="220" dirty="0">
                <a:latin typeface="Arial"/>
                <a:cs typeface="Arial"/>
              </a:rPr>
              <a:t>≤</a:t>
            </a:r>
            <a:r>
              <a:rPr lang="en-IN" i="1" spc="30" dirty="0">
                <a:latin typeface="Arial"/>
                <a:cs typeface="Arial"/>
              </a:rPr>
              <a:t> </a:t>
            </a:r>
            <a:r>
              <a:rPr lang="en-IN" dirty="0">
                <a:latin typeface="Tahoma"/>
                <a:cs typeface="Tahoma"/>
              </a:rPr>
              <a:t>7</a:t>
            </a:r>
            <a:r>
              <a:rPr lang="en-IN" spc="-10" dirty="0">
                <a:latin typeface="Tahoma"/>
                <a:cs typeface="Tahoma"/>
              </a:rPr>
              <a:t> </a:t>
            </a:r>
            <a:r>
              <a:rPr lang="en-IN" spc="-50" dirty="0">
                <a:latin typeface="Tahoma"/>
                <a:cs typeface="Tahoma"/>
              </a:rPr>
              <a:t>days</a:t>
            </a:r>
            <a:r>
              <a:rPr lang="en-IN" dirty="0">
                <a:latin typeface="Tahoma"/>
                <a:cs typeface="Tahoma"/>
              </a:rPr>
              <a:t> </a:t>
            </a:r>
            <a:r>
              <a:rPr lang="en-IN" spc="-40" dirty="0">
                <a:latin typeface="Tahoma"/>
                <a:cs typeface="Tahoma"/>
              </a:rPr>
              <a:t>(Immediate</a:t>
            </a:r>
            <a:r>
              <a:rPr lang="en-IN" spc="-10" dirty="0">
                <a:latin typeface="Tahoma"/>
                <a:cs typeface="Tahoma"/>
              </a:rPr>
              <a:t> attention)</a:t>
            </a:r>
            <a:endParaRPr lang="en-IN" dirty="0">
              <a:latin typeface="Tahoma"/>
              <a:cs typeface="Tahoma"/>
            </a:endParaRPr>
          </a:p>
          <a:p>
            <a:pPr marL="203835" indent="-16573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Font typeface="Lucida Sans Unicode"/>
              <a:buChar char="►"/>
              <a:tabLst>
                <a:tab pos="203835" algn="l"/>
              </a:tabLst>
            </a:pPr>
            <a:r>
              <a:rPr lang="en-IN" dirty="0">
                <a:latin typeface="Tahoma"/>
                <a:cs typeface="Tahoma"/>
              </a:rPr>
              <a:t>Fault</a:t>
            </a:r>
            <a:r>
              <a:rPr lang="en-IN" spc="-60" dirty="0">
                <a:latin typeface="Tahoma"/>
                <a:cs typeface="Tahoma"/>
              </a:rPr>
              <a:t> </a:t>
            </a:r>
            <a:r>
              <a:rPr lang="en-IN" spc="-30" dirty="0">
                <a:latin typeface="Tahoma"/>
                <a:cs typeface="Tahoma"/>
              </a:rPr>
              <a:t>detection:</a:t>
            </a:r>
            <a:r>
              <a:rPr lang="en-IN" spc="65" dirty="0">
                <a:latin typeface="Tahoma"/>
                <a:cs typeface="Tahoma"/>
              </a:rPr>
              <a:t> </a:t>
            </a:r>
            <a:r>
              <a:rPr lang="en-IN" spc="-70" dirty="0">
                <a:latin typeface="Tahoma"/>
                <a:cs typeface="Tahoma"/>
              </a:rPr>
              <a:t>95.5%</a:t>
            </a:r>
            <a:r>
              <a:rPr lang="en-IN" spc="-5" dirty="0">
                <a:latin typeface="Tahoma"/>
                <a:cs typeface="Tahoma"/>
              </a:rPr>
              <a:t> </a:t>
            </a:r>
            <a:r>
              <a:rPr lang="en-IN" spc="-10" dirty="0">
                <a:latin typeface="Tahoma"/>
                <a:cs typeface="Tahoma"/>
              </a:rPr>
              <a:t>accuracy</a:t>
            </a:r>
            <a:endParaRPr lang="en-IN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4271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373E8-8FD0-575F-695E-DF94EB67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55" dirty="0">
                <a:solidFill>
                  <a:schemeClr val="bg1"/>
                </a:solidFill>
              </a:rPr>
              <a:t>Comparison</a:t>
            </a:r>
            <a:r>
              <a:rPr lang="en-US" spc="35" dirty="0">
                <a:solidFill>
                  <a:schemeClr val="bg1"/>
                </a:solidFill>
              </a:rPr>
              <a:t> </a:t>
            </a:r>
            <a:r>
              <a:rPr lang="en-US" spc="-130" dirty="0">
                <a:solidFill>
                  <a:schemeClr val="bg1"/>
                </a:solidFill>
              </a:rPr>
              <a:t>with</a:t>
            </a:r>
            <a:r>
              <a:rPr lang="en-US" spc="40" dirty="0">
                <a:solidFill>
                  <a:schemeClr val="bg1"/>
                </a:solidFill>
              </a:rPr>
              <a:t> </a:t>
            </a:r>
            <a:r>
              <a:rPr lang="en-US" spc="-90" dirty="0">
                <a:solidFill>
                  <a:schemeClr val="bg1"/>
                </a:solidFill>
              </a:rPr>
              <a:t>Other</a:t>
            </a:r>
            <a:r>
              <a:rPr lang="en-US" spc="35" dirty="0">
                <a:solidFill>
                  <a:schemeClr val="bg1"/>
                </a:solidFill>
              </a:rPr>
              <a:t> </a:t>
            </a:r>
            <a:r>
              <a:rPr lang="en-US" spc="-95" dirty="0">
                <a:solidFill>
                  <a:schemeClr val="bg1"/>
                </a:solidFill>
              </a:rPr>
              <a:t>Methods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F8CFE3-934C-A6D1-4BEF-05F1BBCBFE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452902"/>
              </p:ext>
            </p:extLst>
          </p:nvPr>
        </p:nvGraphicFramePr>
        <p:xfrm>
          <a:off x="1543404" y="2060622"/>
          <a:ext cx="9166152" cy="22795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91538">
                  <a:extLst>
                    <a:ext uri="{9D8B030D-6E8A-4147-A177-3AD203B41FA5}">
                      <a16:colId xmlns:a16="http://schemas.microsoft.com/office/drawing/2014/main" val="709436754"/>
                    </a:ext>
                  </a:extLst>
                </a:gridCol>
                <a:gridCol w="2291538">
                  <a:extLst>
                    <a:ext uri="{9D8B030D-6E8A-4147-A177-3AD203B41FA5}">
                      <a16:colId xmlns:a16="http://schemas.microsoft.com/office/drawing/2014/main" val="4170989221"/>
                    </a:ext>
                  </a:extLst>
                </a:gridCol>
                <a:gridCol w="2291538">
                  <a:extLst>
                    <a:ext uri="{9D8B030D-6E8A-4147-A177-3AD203B41FA5}">
                      <a16:colId xmlns:a16="http://schemas.microsoft.com/office/drawing/2014/main" val="3662260411"/>
                    </a:ext>
                  </a:extLst>
                </a:gridCol>
                <a:gridCol w="2291538">
                  <a:extLst>
                    <a:ext uri="{9D8B030D-6E8A-4147-A177-3AD203B41FA5}">
                      <a16:colId xmlns:a16="http://schemas.microsoft.com/office/drawing/2014/main" val="3804683461"/>
                    </a:ext>
                  </a:extLst>
                </a:gridCol>
              </a:tblGrid>
              <a:tr h="325651">
                <a:tc>
                  <a:txBody>
                    <a:bodyPr/>
                    <a:lstStyle/>
                    <a:p>
                      <a:r>
                        <a:rPr lang="en-US" sz="1400" spc="-45" dirty="0">
                          <a:latin typeface="Arial Black"/>
                          <a:cs typeface="Arial Black"/>
                        </a:rPr>
                        <a:t>Method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50" dirty="0">
                          <a:latin typeface="Arial Black"/>
                          <a:cs typeface="Arial Black"/>
                        </a:rPr>
                        <a:t>RUL</a:t>
                      </a:r>
                      <a:r>
                        <a:rPr lang="en-US" sz="1400" spc="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spc="-25" dirty="0">
                          <a:latin typeface="Arial Black"/>
                          <a:cs typeface="Arial Black"/>
                        </a:rPr>
                        <a:t>RMSE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70" dirty="0">
                          <a:latin typeface="Arial Black"/>
                          <a:cs typeface="Arial Black"/>
                        </a:rPr>
                        <a:t>Early</a:t>
                      </a:r>
                      <a:r>
                        <a:rPr lang="en-US" sz="1400" spc="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spc="-55" dirty="0">
                          <a:latin typeface="Arial Black"/>
                          <a:cs typeface="Arial Black"/>
                        </a:rPr>
                        <a:t>Warning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spc="-60" dirty="0">
                          <a:latin typeface="Arial Black"/>
                          <a:cs typeface="Arial Black"/>
                        </a:rPr>
                        <a:t>Real-time</a:t>
                      </a:r>
                      <a:r>
                        <a:rPr lang="en-US" sz="1400" b="0" spc="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b="0" spc="-75" dirty="0">
                          <a:latin typeface="Arial Black"/>
                          <a:cs typeface="Arial Black"/>
                        </a:rPr>
                        <a:t>Accuracy</a:t>
                      </a:r>
                      <a:endParaRPr lang="en-US" sz="1400" b="0" dirty="0">
                        <a:latin typeface="Arial Black"/>
                        <a:cs typeface="Arial Black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10634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r>
                        <a:rPr lang="en-US" sz="1400" b="0" spc="-40" dirty="0">
                          <a:latin typeface="Arial Black"/>
                          <a:cs typeface="Arial Black"/>
                        </a:rPr>
                        <a:t>Our</a:t>
                      </a:r>
                      <a:r>
                        <a:rPr lang="en-US" sz="1400" b="0" spc="2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b="0" spc="-55" dirty="0">
                          <a:latin typeface="Arial Black"/>
                          <a:cs typeface="Arial Black"/>
                        </a:rPr>
                        <a:t>Method</a:t>
                      </a:r>
                      <a:r>
                        <a:rPr lang="en-US" sz="1400" b="0" spc="2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b="0" spc="-30" dirty="0">
                          <a:latin typeface="Arial Black"/>
                          <a:cs typeface="Arial Black"/>
                        </a:rPr>
                        <a:t>(BLS)</a:t>
                      </a:r>
                      <a:r>
                        <a:rPr lang="en-US" sz="1400" b="0" spc="500" dirty="0">
                          <a:latin typeface="Arial Black"/>
                          <a:cs typeface="Arial Black"/>
                        </a:rPr>
                        <a:t> 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pc="-60" dirty="0">
                          <a:latin typeface="Arial Black"/>
                          <a:cs typeface="Arial Black"/>
                        </a:rPr>
                        <a:t>17.5</a:t>
                      </a:r>
                      <a:r>
                        <a:rPr lang="en-US" sz="1400" spc="1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spc="-80" dirty="0">
                          <a:latin typeface="Arial Black"/>
                          <a:cs typeface="Arial Black"/>
                        </a:rPr>
                        <a:t>days</a:t>
                      </a:r>
                      <a:endParaRPr lang="en-US" sz="1400" dirty="0">
                        <a:latin typeface="Arial Black"/>
                        <a:cs typeface="Arial Black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45" dirty="0">
                          <a:latin typeface="Arial Black"/>
                          <a:cs typeface="Arial Black"/>
                        </a:rPr>
                        <a:t>(17.5</a:t>
                      </a:r>
                      <a:r>
                        <a:rPr lang="en-US" sz="1400" spc="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spc="-30" dirty="0">
                          <a:latin typeface="Arial Black"/>
                          <a:cs typeface="Arial Black"/>
                        </a:rPr>
                        <a:t>days)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019765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Linear</a:t>
                      </a:r>
                      <a:r>
                        <a:rPr lang="en-US" sz="14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Regression</a:t>
                      </a:r>
                      <a:r>
                        <a:rPr lang="en-US" sz="1400" spc="500" dirty="0">
                          <a:latin typeface="Microsoft Sans Serif"/>
                          <a:cs typeface="Microsoft Sans Serif"/>
                        </a:rPr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32.5 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days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(7.5</a:t>
                      </a:r>
                      <a:r>
                        <a:rPr lang="en-US" sz="14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days)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169527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SVM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25.1 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days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X</a:t>
                      </a:r>
                      <a:r>
                        <a:rPr lang="en-US" sz="14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(12.5</a:t>
                      </a:r>
                      <a:r>
                        <a:rPr lang="en-US" sz="14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days)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617083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15.2 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days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X</a:t>
                      </a:r>
                      <a:r>
                        <a:rPr lang="en-US" sz="14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(12.5</a:t>
                      </a:r>
                      <a:r>
                        <a:rPr lang="en-US" sz="14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days)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363651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Peper</a:t>
                      </a:r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Method</a:t>
                      </a:r>
                      <a:r>
                        <a:rPr lang="en-US" sz="1400" spc="500" dirty="0">
                          <a:latin typeface="Microsoft Sans Serif"/>
                          <a:cs typeface="Microsoft Sans Serif"/>
                        </a:rPr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5.7</a:t>
                      </a:r>
                      <a:r>
                        <a:rPr lang="en-US" sz="14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days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(10.5</a:t>
                      </a:r>
                      <a:r>
                        <a:rPr lang="en-US" sz="14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days)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374637"/>
                  </a:ext>
                </a:extLst>
              </a:tr>
              <a:tr h="325651">
                <a:tc>
                  <a:txBody>
                    <a:bodyPr/>
                    <a:lstStyle/>
                    <a:p>
                      <a:r>
                        <a:rPr lang="en-US" sz="1400" spc="-35" dirty="0">
                          <a:latin typeface="Microsoft Sans Serif"/>
                          <a:cs typeface="Microsoft Sans Serif"/>
                        </a:rPr>
                        <a:t>Rule-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based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45.8 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days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(2.5</a:t>
                      </a:r>
                      <a:r>
                        <a:rPr lang="en-US" sz="14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days)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18037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45D54-59FF-2D59-3280-D471C454A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431EF-628A-07DC-D483-B107906E9DE9}"/>
              </a:ext>
            </a:extLst>
          </p:cNvPr>
          <p:cNvSpPr txBox="1"/>
          <p:nvPr/>
        </p:nvSpPr>
        <p:spPr>
          <a:xfrm>
            <a:off x="1543404" y="4495801"/>
            <a:ext cx="5872505" cy="1964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lang="en-IN" spc="-60" dirty="0">
                <a:latin typeface="Arial Black"/>
                <a:cs typeface="Arial Black"/>
              </a:rPr>
              <a:t>Our</a:t>
            </a:r>
            <a:r>
              <a:rPr lang="en-IN" spc="-25" dirty="0">
                <a:latin typeface="Arial Black"/>
                <a:cs typeface="Arial Black"/>
              </a:rPr>
              <a:t> </a:t>
            </a:r>
            <a:r>
              <a:rPr lang="en-IN" spc="-35" dirty="0">
                <a:latin typeface="Arial Black"/>
                <a:cs typeface="Arial Black"/>
              </a:rPr>
              <a:t>Advantages:</a:t>
            </a:r>
            <a:endParaRPr lang="en-IN" dirty="0">
              <a:latin typeface="Arial Black"/>
              <a:cs typeface="Arial Black"/>
            </a:endParaRPr>
          </a:p>
          <a:p>
            <a:pPr marL="323850" indent="-285750">
              <a:lnSpc>
                <a:spcPct val="100000"/>
              </a:lnSpc>
              <a:spcBef>
                <a:spcPts val="81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600" spc="-50" dirty="0">
                <a:latin typeface="Arial Black"/>
                <a:cs typeface="Arial Black"/>
              </a:rPr>
              <a:t>64%</a:t>
            </a:r>
            <a:r>
              <a:rPr lang="en-IN" sz="1600" spc="-20" dirty="0">
                <a:latin typeface="Arial Black"/>
                <a:cs typeface="Arial Black"/>
              </a:rPr>
              <a:t> </a:t>
            </a:r>
            <a:r>
              <a:rPr lang="en-IN" sz="1600" spc="-95" dirty="0">
                <a:latin typeface="Arial Black"/>
                <a:cs typeface="Arial Black"/>
              </a:rPr>
              <a:t>better</a:t>
            </a:r>
            <a:r>
              <a:rPr lang="en-IN" sz="1600" spc="10" dirty="0">
                <a:latin typeface="Arial Black"/>
                <a:cs typeface="Arial Black"/>
              </a:rPr>
              <a:t> </a:t>
            </a:r>
            <a:r>
              <a:rPr lang="en-IN" sz="1600" spc="-20" dirty="0">
                <a:latin typeface="Tahoma"/>
                <a:cs typeface="Tahoma"/>
              </a:rPr>
              <a:t>than</a:t>
            </a:r>
            <a:r>
              <a:rPr lang="en-IN" sz="1600" spc="-10" dirty="0">
                <a:latin typeface="Tahoma"/>
                <a:cs typeface="Tahoma"/>
              </a:rPr>
              <a:t> </a:t>
            </a:r>
            <a:r>
              <a:rPr lang="en-IN" sz="1600" spc="-25" dirty="0">
                <a:latin typeface="Tahoma"/>
                <a:cs typeface="Tahoma"/>
              </a:rPr>
              <a:t>Linear</a:t>
            </a:r>
            <a:r>
              <a:rPr lang="en-IN" sz="1600" dirty="0">
                <a:latin typeface="Tahoma"/>
                <a:cs typeface="Tahoma"/>
              </a:rPr>
              <a:t> </a:t>
            </a:r>
            <a:r>
              <a:rPr lang="en-IN" sz="1600" spc="-45" dirty="0">
                <a:latin typeface="Tahoma"/>
                <a:cs typeface="Tahoma"/>
              </a:rPr>
              <a:t>Regression</a:t>
            </a:r>
            <a:r>
              <a:rPr lang="en-IN" sz="1600" spc="-10" dirty="0">
                <a:latin typeface="Tahoma"/>
                <a:cs typeface="Tahoma"/>
              </a:rPr>
              <a:t> </a:t>
            </a:r>
            <a:r>
              <a:rPr lang="en-IN" sz="1600" dirty="0">
                <a:latin typeface="Tahoma"/>
                <a:cs typeface="Tahoma"/>
              </a:rPr>
              <a:t>in</a:t>
            </a:r>
            <a:r>
              <a:rPr lang="en-IN" sz="1600" spc="-5" dirty="0">
                <a:latin typeface="Tahoma"/>
                <a:cs typeface="Tahoma"/>
              </a:rPr>
              <a:t> </a:t>
            </a:r>
            <a:r>
              <a:rPr lang="en-IN" sz="1600" dirty="0">
                <a:latin typeface="Tahoma"/>
                <a:cs typeface="Tahoma"/>
              </a:rPr>
              <a:t>RUL</a:t>
            </a:r>
            <a:r>
              <a:rPr lang="en-IN" sz="1600" spc="-10" dirty="0">
                <a:latin typeface="Tahoma"/>
                <a:cs typeface="Tahoma"/>
              </a:rPr>
              <a:t> </a:t>
            </a:r>
            <a:r>
              <a:rPr lang="en-IN" sz="1600" spc="-20" dirty="0">
                <a:latin typeface="Tahoma"/>
                <a:cs typeface="Tahoma"/>
              </a:rPr>
              <a:t>RMSE</a:t>
            </a:r>
            <a:endParaRPr lang="en-IN" sz="1600" dirty="0">
              <a:latin typeface="Tahoma"/>
              <a:cs typeface="Tahoma"/>
            </a:endParaRPr>
          </a:p>
          <a:p>
            <a:pPr marL="323850" indent="-2857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600" spc="-50" dirty="0">
                <a:latin typeface="Arial Black"/>
                <a:cs typeface="Arial Black"/>
              </a:rPr>
              <a:t>23%</a:t>
            </a:r>
            <a:r>
              <a:rPr lang="en-IN" sz="1600" spc="-35" dirty="0">
                <a:latin typeface="Arial Black"/>
                <a:cs typeface="Arial Black"/>
              </a:rPr>
              <a:t> </a:t>
            </a:r>
            <a:r>
              <a:rPr lang="en-IN" sz="1600" spc="-120" dirty="0">
                <a:latin typeface="Arial Black"/>
                <a:cs typeface="Arial Black"/>
              </a:rPr>
              <a:t>faster</a:t>
            </a:r>
            <a:r>
              <a:rPr lang="en-IN" sz="1600" spc="5" dirty="0">
                <a:latin typeface="Arial Black"/>
                <a:cs typeface="Arial Black"/>
              </a:rPr>
              <a:t> </a:t>
            </a:r>
            <a:r>
              <a:rPr lang="en-IN" sz="1600" spc="-40" dirty="0">
                <a:latin typeface="Tahoma"/>
                <a:cs typeface="Tahoma"/>
              </a:rPr>
              <a:t>inference</a:t>
            </a:r>
            <a:r>
              <a:rPr lang="en-IN" sz="1600" spc="-10" dirty="0">
                <a:latin typeface="Tahoma"/>
                <a:cs typeface="Tahoma"/>
              </a:rPr>
              <a:t> </a:t>
            </a:r>
            <a:r>
              <a:rPr lang="en-IN" sz="1600" spc="-20" dirty="0">
                <a:latin typeface="Tahoma"/>
                <a:cs typeface="Tahoma"/>
              </a:rPr>
              <a:t>than</a:t>
            </a:r>
            <a:r>
              <a:rPr lang="en-IN" sz="1600" spc="-10" dirty="0">
                <a:latin typeface="Tahoma"/>
                <a:cs typeface="Tahoma"/>
              </a:rPr>
              <a:t> </a:t>
            </a:r>
            <a:r>
              <a:rPr lang="en-IN" sz="1600" spc="-25" dirty="0">
                <a:latin typeface="Tahoma"/>
                <a:cs typeface="Tahoma"/>
              </a:rPr>
              <a:t>CNN</a:t>
            </a:r>
            <a:endParaRPr lang="en-IN" sz="1600" dirty="0">
              <a:latin typeface="Tahoma"/>
              <a:cs typeface="Tahoma"/>
            </a:endParaRPr>
          </a:p>
          <a:p>
            <a:pPr marL="323850" indent="-2857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600" dirty="0">
                <a:latin typeface="Tahoma"/>
                <a:cs typeface="Tahoma"/>
              </a:rPr>
              <a:t>Best</a:t>
            </a:r>
            <a:r>
              <a:rPr lang="en-IN" sz="1600" spc="-35" dirty="0">
                <a:latin typeface="Tahoma"/>
                <a:cs typeface="Tahoma"/>
              </a:rPr>
              <a:t> early</a:t>
            </a:r>
            <a:r>
              <a:rPr lang="en-IN" sz="1600" spc="-25" dirty="0">
                <a:latin typeface="Tahoma"/>
                <a:cs typeface="Tahoma"/>
              </a:rPr>
              <a:t> </a:t>
            </a:r>
            <a:r>
              <a:rPr lang="en-IN" sz="1600" spc="-40" dirty="0">
                <a:latin typeface="Tahoma"/>
                <a:cs typeface="Tahoma"/>
              </a:rPr>
              <a:t>warning</a:t>
            </a:r>
            <a:r>
              <a:rPr lang="en-IN" sz="1600" spc="-35" dirty="0">
                <a:latin typeface="Tahoma"/>
                <a:cs typeface="Tahoma"/>
              </a:rPr>
              <a:t> </a:t>
            </a:r>
            <a:r>
              <a:rPr lang="en-IN" sz="1600" spc="-20" dirty="0">
                <a:latin typeface="Tahoma"/>
                <a:cs typeface="Tahoma"/>
              </a:rPr>
              <a:t>capability</a:t>
            </a:r>
            <a:r>
              <a:rPr lang="en-IN" sz="1600" spc="-25" dirty="0">
                <a:latin typeface="Tahoma"/>
                <a:cs typeface="Tahoma"/>
              </a:rPr>
              <a:t> (17.5</a:t>
            </a:r>
            <a:r>
              <a:rPr lang="en-IN" sz="1600" spc="-30" dirty="0">
                <a:latin typeface="Tahoma"/>
                <a:cs typeface="Tahoma"/>
              </a:rPr>
              <a:t> </a:t>
            </a:r>
            <a:r>
              <a:rPr lang="en-IN" sz="1600" spc="-10" dirty="0">
                <a:latin typeface="Tahoma"/>
                <a:cs typeface="Tahoma"/>
              </a:rPr>
              <a:t>days)</a:t>
            </a:r>
            <a:endParaRPr lang="en-IN" sz="1600" dirty="0">
              <a:latin typeface="Tahoma"/>
              <a:cs typeface="Tahoma"/>
            </a:endParaRPr>
          </a:p>
          <a:p>
            <a:pPr marL="323850" indent="-285750">
              <a:lnSpc>
                <a:spcPct val="100000"/>
              </a:lnSpc>
              <a:spcBef>
                <a:spcPts val="59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600" dirty="0">
                <a:latin typeface="Tahoma"/>
                <a:cs typeface="Tahoma"/>
              </a:rPr>
              <a:t>High</a:t>
            </a:r>
            <a:r>
              <a:rPr lang="en-IN" sz="1600" spc="-35" dirty="0">
                <a:latin typeface="Tahoma"/>
                <a:cs typeface="Tahoma"/>
              </a:rPr>
              <a:t> real-</a:t>
            </a:r>
            <a:r>
              <a:rPr lang="en-IN" sz="1600" spc="-20" dirty="0">
                <a:latin typeface="Tahoma"/>
                <a:cs typeface="Tahoma"/>
              </a:rPr>
              <a:t>time</a:t>
            </a:r>
            <a:r>
              <a:rPr lang="en-IN" sz="1600" spc="-25" dirty="0">
                <a:latin typeface="Tahoma"/>
                <a:cs typeface="Tahoma"/>
              </a:rPr>
              <a:t> </a:t>
            </a:r>
            <a:r>
              <a:rPr lang="en-IN" sz="1600" spc="-30" dirty="0">
                <a:latin typeface="Tahoma"/>
                <a:cs typeface="Tahoma"/>
              </a:rPr>
              <a:t>accuracy </a:t>
            </a:r>
            <a:r>
              <a:rPr lang="en-IN" sz="1600" spc="-45" dirty="0">
                <a:latin typeface="Tahoma"/>
                <a:cs typeface="Tahoma"/>
              </a:rPr>
              <a:t>(88.3%)</a:t>
            </a:r>
            <a:r>
              <a:rPr lang="en-IN" sz="1600" spc="-20" dirty="0">
                <a:latin typeface="Tahoma"/>
                <a:cs typeface="Tahoma"/>
              </a:rPr>
              <a:t> </a:t>
            </a:r>
            <a:r>
              <a:rPr lang="en-IN" sz="1600" dirty="0">
                <a:latin typeface="Tahoma"/>
                <a:cs typeface="Tahoma"/>
              </a:rPr>
              <a:t>with</a:t>
            </a:r>
            <a:r>
              <a:rPr lang="en-IN" sz="1600" spc="-30" dirty="0">
                <a:latin typeface="Tahoma"/>
                <a:cs typeface="Tahoma"/>
              </a:rPr>
              <a:t> operation</a:t>
            </a:r>
            <a:r>
              <a:rPr lang="en-IN" sz="1600" spc="-25" dirty="0">
                <a:latin typeface="Tahoma"/>
                <a:cs typeface="Tahoma"/>
              </a:rPr>
              <a:t> </a:t>
            </a:r>
            <a:r>
              <a:rPr lang="en-IN" sz="1600" spc="-55" dirty="0">
                <a:latin typeface="Tahoma"/>
                <a:cs typeface="Tahoma"/>
              </a:rPr>
              <a:t>under</a:t>
            </a:r>
            <a:r>
              <a:rPr lang="en-IN" sz="1600" spc="-25" dirty="0">
                <a:latin typeface="Tahoma"/>
                <a:cs typeface="Tahoma"/>
              </a:rPr>
              <a:t> </a:t>
            </a:r>
            <a:r>
              <a:rPr lang="en-IN" sz="1600" spc="-10" dirty="0">
                <a:latin typeface="Tahoma"/>
                <a:cs typeface="Tahoma"/>
              </a:rPr>
              <a:t>150ms</a:t>
            </a:r>
            <a:endParaRPr lang="en-IN" sz="16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271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35D07-32A0-DBD5-17D5-0F6DB445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55" dirty="0">
                <a:solidFill>
                  <a:schemeClr val="bg1"/>
                </a:solidFill>
              </a:rPr>
              <a:t>Performance</a:t>
            </a:r>
            <a:r>
              <a:rPr lang="en-US" spc="95" dirty="0">
                <a:solidFill>
                  <a:schemeClr val="bg1"/>
                </a:solidFill>
              </a:rPr>
              <a:t> </a:t>
            </a:r>
            <a:r>
              <a:rPr lang="en-US" spc="-155" dirty="0">
                <a:solidFill>
                  <a:schemeClr val="bg1"/>
                </a:solidFill>
              </a:rPr>
              <a:t>Comparison</a:t>
            </a:r>
            <a:r>
              <a:rPr lang="en-US" spc="100" dirty="0">
                <a:solidFill>
                  <a:schemeClr val="bg1"/>
                </a:solidFill>
              </a:rPr>
              <a:t> </a:t>
            </a:r>
            <a:r>
              <a:rPr lang="en-US" spc="-114" dirty="0">
                <a:solidFill>
                  <a:schemeClr val="bg1"/>
                </a:solidFill>
              </a:rPr>
              <a:t>Visualization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9CEB2-52EC-6A72-CC08-B3DA77B6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C33E2B26-DE09-C517-1070-1E2B7A29A0F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8093" y="2058083"/>
            <a:ext cx="6140475" cy="3854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46A9C8-B95D-5382-735D-4271FB9DE764}"/>
              </a:ext>
            </a:extLst>
          </p:cNvPr>
          <p:cNvSpPr txBox="1"/>
          <p:nvPr/>
        </p:nvSpPr>
        <p:spPr>
          <a:xfrm>
            <a:off x="306586" y="6080077"/>
            <a:ext cx="5955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spc="-35" dirty="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lang="en-IN" sz="1400" spc="-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IN" sz="1400" dirty="0">
                <a:latin typeface="Tahoma"/>
                <a:cs typeface="Tahoma"/>
              </a:rPr>
              <a:t>RUL</a:t>
            </a:r>
            <a:r>
              <a:rPr lang="en-IN" sz="1400" spc="5" dirty="0">
                <a:latin typeface="Tahoma"/>
                <a:cs typeface="Tahoma"/>
              </a:rPr>
              <a:t> </a:t>
            </a:r>
            <a:r>
              <a:rPr lang="en-IN" sz="1400" spc="-10" dirty="0">
                <a:latin typeface="Tahoma"/>
                <a:cs typeface="Tahoma"/>
              </a:rPr>
              <a:t>Prediction</a:t>
            </a:r>
            <a:r>
              <a:rPr lang="en-IN" sz="1400" spc="5" dirty="0">
                <a:latin typeface="Tahoma"/>
                <a:cs typeface="Tahoma"/>
              </a:rPr>
              <a:t> </a:t>
            </a:r>
            <a:r>
              <a:rPr lang="en-IN" sz="1400" spc="-20" dirty="0">
                <a:latin typeface="Tahoma"/>
                <a:cs typeface="Tahoma"/>
              </a:rPr>
              <a:t>Accuracy</a:t>
            </a:r>
            <a:r>
              <a:rPr lang="en-IN" sz="1400" spc="-5" dirty="0">
                <a:latin typeface="Tahoma"/>
                <a:cs typeface="Tahoma"/>
              </a:rPr>
              <a:t> </a:t>
            </a:r>
            <a:r>
              <a:rPr lang="en-IN" sz="1400" spc="-25" dirty="0">
                <a:latin typeface="Tahoma"/>
                <a:cs typeface="Tahoma"/>
              </a:rPr>
              <a:t>and</a:t>
            </a:r>
            <a:r>
              <a:rPr lang="en-IN" sz="1400" dirty="0">
                <a:latin typeface="Tahoma"/>
                <a:cs typeface="Tahoma"/>
              </a:rPr>
              <a:t> Multi-Metric </a:t>
            </a:r>
            <a:r>
              <a:rPr lang="en-IN" sz="1400" spc="-25" dirty="0">
                <a:latin typeface="Tahoma"/>
                <a:cs typeface="Tahoma"/>
              </a:rPr>
              <a:t>Performance </a:t>
            </a:r>
            <a:r>
              <a:rPr lang="en-IN" sz="1400" spc="-10" dirty="0">
                <a:latin typeface="Tahoma"/>
                <a:cs typeface="Tahoma"/>
              </a:rPr>
              <a:t>Comparison</a:t>
            </a:r>
            <a:endParaRPr lang="en-IN" sz="1400" dirty="0">
              <a:latin typeface="Tahoma"/>
              <a:cs typeface="Tahoma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F5CBA-1B0F-542A-3543-9D64B59F027F}"/>
              </a:ext>
            </a:extLst>
          </p:cNvPr>
          <p:cNvSpPr txBox="1"/>
          <p:nvPr/>
        </p:nvSpPr>
        <p:spPr>
          <a:xfrm>
            <a:off x="6755155" y="2191603"/>
            <a:ext cx="5018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method achieves best </a:t>
            </a:r>
            <a:r>
              <a:rPr lang="en-US" b="1" dirty="0"/>
              <a:t>RUL prediction</a:t>
            </a:r>
          </a:p>
          <a:p>
            <a:r>
              <a:rPr lang="en-US" b="1" dirty="0"/>
              <a:t>accuracy.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Early warning capability </a:t>
            </a:r>
            <a:r>
              <a:rPr lang="en-US" dirty="0"/>
              <a:t>outperforms all </a:t>
            </a:r>
          </a:p>
          <a:p>
            <a:r>
              <a:rPr lang="en-US" dirty="0"/>
              <a:t>other methods.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A345C-EF2A-5D61-D247-4F7449417BE3}"/>
              </a:ext>
            </a:extLst>
          </p:cNvPr>
          <p:cNvSpPr txBox="1"/>
          <p:nvPr/>
        </p:nvSpPr>
        <p:spPr>
          <a:xfrm>
            <a:off x="6755154" y="4341959"/>
            <a:ext cx="48718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Visual Highlights: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advantage in Accuracy and Speed.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Excellent Early Warning capability.</a:t>
            </a:r>
          </a:p>
        </p:txBody>
      </p:sp>
    </p:spTree>
    <p:extLst>
      <p:ext uri="{BB962C8B-B14F-4D97-AF65-F5344CB8AC3E}">
        <p14:creationId xmlns:p14="http://schemas.microsoft.com/office/powerpoint/2010/main" val="140251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552A5-FE90-54AB-EB51-91F5D7A2A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55" dirty="0">
                <a:solidFill>
                  <a:schemeClr val="bg1"/>
                </a:solidFill>
              </a:rPr>
              <a:t>Comparison</a:t>
            </a:r>
            <a:r>
              <a:rPr lang="en-US" spc="35" dirty="0">
                <a:solidFill>
                  <a:schemeClr val="bg1"/>
                </a:solidFill>
              </a:rPr>
              <a:t> </a:t>
            </a:r>
            <a:r>
              <a:rPr lang="en-US" spc="-130" dirty="0">
                <a:solidFill>
                  <a:schemeClr val="bg1"/>
                </a:solidFill>
              </a:rPr>
              <a:t>with</a:t>
            </a:r>
            <a:r>
              <a:rPr lang="en-US" spc="25" dirty="0">
                <a:solidFill>
                  <a:schemeClr val="bg1"/>
                </a:solidFill>
              </a:rPr>
              <a:t> </a:t>
            </a:r>
            <a:r>
              <a:rPr lang="en-US" spc="-70" dirty="0">
                <a:solidFill>
                  <a:schemeClr val="bg1"/>
                </a:solidFill>
              </a:rPr>
              <a:t>Main</a:t>
            </a:r>
            <a:r>
              <a:rPr lang="en-US" spc="30" dirty="0">
                <a:solidFill>
                  <a:schemeClr val="bg1"/>
                </a:solidFill>
              </a:rPr>
              <a:t> </a:t>
            </a:r>
            <a:r>
              <a:rPr lang="en-US" spc="-95" dirty="0">
                <a:solidFill>
                  <a:schemeClr val="bg1"/>
                </a:solidFill>
              </a:rPr>
              <a:t>Paper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69D2F65-7664-AD3A-B8CC-17E4C2FB00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700949"/>
              </p:ext>
            </p:extLst>
          </p:nvPr>
        </p:nvGraphicFramePr>
        <p:xfrm>
          <a:off x="1097280" y="2133600"/>
          <a:ext cx="8511060" cy="2133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37020">
                  <a:extLst>
                    <a:ext uri="{9D8B030D-6E8A-4147-A177-3AD203B41FA5}">
                      <a16:colId xmlns:a16="http://schemas.microsoft.com/office/drawing/2014/main" val="488789058"/>
                    </a:ext>
                  </a:extLst>
                </a:gridCol>
                <a:gridCol w="2837020">
                  <a:extLst>
                    <a:ext uri="{9D8B030D-6E8A-4147-A177-3AD203B41FA5}">
                      <a16:colId xmlns:a16="http://schemas.microsoft.com/office/drawing/2014/main" val="2063188576"/>
                    </a:ext>
                  </a:extLst>
                </a:gridCol>
                <a:gridCol w="2837020">
                  <a:extLst>
                    <a:ext uri="{9D8B030D-6E8A-4147-A177-3AD203B41FA5}">
                      <a16:colId xmlns:a16="http://schemas.microsoft.com/office/drawing/2014/main" val="1346105391"/>
                    </a:ext>
                  </a:extLst>
                </a:gridCol>
              </a:tblGrid>
              <a:tr h="286657">
                <a:tc>
                  <a:txBody>
                    <a:bodyPr/>
                    <a:lstStyle/>
                    <a:p>
                      <a:r>
                        <a:rPr lang="en-US" sz="1400" spc="-65" dirty="0">
                          <a:latin typeface="Arial Black"/>
                          <a:cs typeface="Arial Black"/>
                        </a:rPr>
                        <a:t>Aspect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40" dirty="0">
                          <a:latin typeface="Arial Black"/>
                          <a:cs typeface="Arial Black"/>
                        </a:rPr>
                        <a:t>Our</a:t>
                      </a:r>
                      <a:r>
                        <a:rPr lang="en-US" sz="1400" spc="-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spc="-65" dirty="0">
                          <a:latin typeface="Arial Black"/>
                          <a:cs typeface="Arial Black"/>
                        </a:rPr>
                        <a:t>Approach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65" dirty="0">
                          <a:latin typeface="Arial Black"/>
                          <a:cs typeface="Arial Black"/>
                        </a:rPr>
                        <a:t>Paper</a:t>
                      </a:r>
                      <a:r>
                        <a:rPr lang="en-US" sz="1400" spc="1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spc="-50" dirty="0">
                          <a:latin typeface="Arial Black"/>
                          <a:cs typeface="Arial Black"/>
                        </a:rPr>
                        <a:t>(Singh</a:t>
                      </a:r>
                      <a:r>
                        <a:rPr lang="en-US" sz="1400" spc="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spc="-55" dirty="0">
                          <a:latin typeface="Arial Black"/>
                          <a:cs typeface="Arial Black"/>
                        </a:rPr>
                        <a:t>et</a:t>
                      </a:r>
                      <a:r>
                        <a:rPr lang="en-US" sz="1400" spc="1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lang="en-US" sz="1400" spc="-20" dirty="0">
                          <a:latin typeface="Arial Black"/>
                          <a:cs typeface="Arial Black"/>
                        </a:rPr>
                        <a:t>al. 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815611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Application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Rotating</a:t>
                      </a:r>
                      <a:r>
                        <a:rPr lang="en-US" sz="14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shaft</a:t>
                      </a:r>
                      <a:r>
                        <a:rPr lang="en-US" sz="14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(Mechanical)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Induction</a:t>
                      </a:r>
                      <a:r>
                        <a:rPr lang="en-US" sz="14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motor</a:t>
                      </a:r>
                      <a:r>
                        <a:rPr lang="en-US" sz="14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(Electrical)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259607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ML</a:t>
                      </a:r>
                      <a:r>
                        <a:rPr lang="en-US" sz="1400" spc="10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Methods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RF</a:t>
                      </a:r>
                      <a:r>
                        <a:rPr lang="en-US" sz="14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14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lang="en-US" sz="14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LSTM</a:t>
                      </a:r>
                      <a:r>
                        <a:rPr lang="en-US" sz="14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14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lang="en-US" sz="14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BiLSTM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5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SVM</a:t>
                      </a:r>
                      <a:r>
                        <a:rPr lang="en-US" sz="14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14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lang="en-US" sz="14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Exponential</a:t>
                      </a:r>
                      <a:r>
                        <a:rPr lang="en-US" sz="14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model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88559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Fault</a:t>
                      </a:r>
                      <a:r>
                        <a:rPr lang="en-US" sz="14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Types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Stiffness</a:t>
                      </a:r>
                      <a:r>
                        <a:rPr lang="en-US" sz="14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degradation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30" dirty="0">
                          <a:latin typeface="Microsoft Sans Serif"/>
                          <a:cs typeface="Microsoft Sans Serif"/>
                        </a:rPr>
                        <a:t>Phase-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ground</a:t>
                      </a:r>
                      <a:r>
                        <a:rPr lang="en-US" sz="14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faults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990435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Prediction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Stiffness</a:t>
                      </a:r>
                      <a:r>
                        <a:rPr lang="en-US" sz="14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degradation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7-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lang="en-US" sz="14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days</a:t>
                      </a:r>
                      <a:r>
                        <a:rPr lang="en-US" sz="14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warning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00408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88.3%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94.28%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052122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Real-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time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35" dirty="0">
                          <a:latin typeface="Microsoft Sans Serif"/>
                          <a:cs typeface="Microsoft Sans Serif"/>
                        </a:rPr>
                        <a:t>Yes</a:t>
                      </a:r>
                      <a:r>
                        <a:rPr lang="en-US" sz="14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65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lang="en-US" sz="1400" i="1" spc="65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lang="en-US" sz="1400" i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150ms)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Limited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6647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9D380-E703-5B91-131D-1448A14E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316F6-C222-7A2F-84F9-7B96CF820F38}"/>
              </a:ext>
            </a:extLst>
          </p:cNvPr>
          <p:cNvSpPr txBox="1"/>
          <p:nvPr/>
        </p:nvSpPr>
        <p:spPr>
          <a:xfrm>
            <a:off x="1097280" y="4495800"/>
            <a:ext cx="5506957" cy="1964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lang="en-IN" spc="-125" dirty="0">
                <a:latin typeface="Arial Black"/>
                <a:cs typeface="Arial Black"/>
              </a:rPr>
              <a:t>Key</a:t>
            </a:r>
            <a:r>
              <a:rPr lang="en-IN" spc="45" dirty="0">
                <a:latin typeface="Arial Black"/>
                <a:cs typeface="Arial Black"/>
              </a:rPr>
              <a:t> </a:t>
            </a:r>
            <a:r>
              <a:rPr lang="en-IN" spc="-35" dirty="0">
                <a:latin typeface="Arial Black"/>
                <a:cs typeface="Arial Black"/>
              </a:rPr>
              <a:t>Differences:</a:t>
            </a:r>
            <a:endParaRPr lang="en-IN" dirty="0">
              <a:latin typeface="Arial Black"/>
              <a:cs typeface="Arial Black"/>
            </a:endParaRPr>
          </a:p>
          <a:p>
            <a:pPr marL="323850" indent="-285750">
              <a:lnSpc>
                <a:spcPct val="100000"/>
              </a:lnSpc>
              <a:spcBef>
                <a:spcPts val="81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600" dirty="0">
                <a:latin typeface="Tahoma"/>
                <a:cs typeface="Tahoma"/>
              </a:rPr>
              <a:t>Our</a:t>
            </a:r>
            <a:r>
              <a:rPr lang="en-IN" sz="1600" spc="-75" dirty="0">
                <a:latin typeface="Tahoma"/>
                <a:cs typeface="Tahoma"/>
              </a:rPr>
              <a:t> </a:t>
            </a:r>
            <a:r>
              <a:rPr lang="en-IN" sz="1600" spc="-25" dirty="0">
                <a:latin typeface="Tahoma"/>
                <a:cs typeface="Tahoma"/>
              </a:rPr>
              <a:t>focus:</a:t>
            </a:r>
            <a:r>
              <a:rPr lang="en-IN" sz="1600" spc="85" dirty="0">
                <a:latin typeface="Tahoma"/>
                <a:cs typeface="Tahoma"/>
              </a:rPr>
              <a:t> </a:t>
            </a:r>
            <a:r>
              <a:rPr lang="en-IN" sz="1600" b="1" spc="-130" dirty="0">
                <a:latin typeface="Arial Black"/>
                <a:cs typeface="Arial Black"/>
              </a:rPr>
              <a:t>Mechanical</a:t>
            </a:r>
            <a:r>
              <a:rPr lang="en-IN" sz="1600" b="1" spc="30" dirty="0">
                <a:latin typeface="Arial Black"/>
                <a:cs typeface="Arial Black"/>
              </a:rPr>
              <a:t> </a:t>
            </a:r>
            <a:r>
              <a:rPr lang="en-IN" sz="1600" b="1" spc="-160" dirty="0">
                <a:latin typeface="Arial Black"/>
                <a:cs typeface="Arial Black"/>
              </a:rPr>
              <a:t>systems</a:t>
            </a:r>
            <a:r>
              <a:rPr lang="en-IN" sz="1600" b="1" dirty="0">
                <a:latin typeface="Arial Black"/>
                <a:cs typeface="Arial Black"/>
              </a:rPr>
              <a:t> </a:t>
            </a:r>
            <a:r>
              <a:rPr lang="en-IN" sz="1600" dirty="0">
                <a:latin typeface="Tahoma"/>
                <a:cs typeface="Tahoma"/>
              </a:rPr>
              <a:t>with</a:t>
            </a:r>
            <a:r>
              <a:rPr lang="en-IN" sz="1600" spc="-10" dirty="0">
                <a:latin typeface="Tahoma"/>
                <a:cs typeface="Tahoma"/>
              </a:rPr>
              <a:t> </a:t>
            </a:r>
            <a:r>
              <a:rPr lang="en-IN" sz="1600" spc="-25" dirty="0">
                <a:latin typeface="Tahoma"/>
                <a:cs typeface="Tahoma"/>
              </a:rPr>
              <a:t>vibration</a:t>
            </a:r>
            <a:r>
              <a:rPr lang="en-IN" sz="1600" spc="-10" dirty="0">
                <a:latin typeface="Tahoma"/>
                <a:cs typeface="Tahoma"/>
              </a:rPr>
              <a:t> analysis</a:t>
            </a:r>
            <a:endParaRPr lang="en-IN" sz="1600" dirty="0">
              <a:latin typeface="Tahoma"/>
              <a:cs typeface="Tahoma"/>
            </a:endParaRPr>
          </a:p>
          <a:p>
            <a:pPr marL="323850" indent="-2857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600" spc="-10" dirty="0">
                <a:latin typeface="Tahoma"/>
                <a:cs typeface="Tahoma"/>
              </a:rPr>
              <a:t>Paper</a:t>
            </a:r>
            <a:r>
              <a:rPr lang="en-IN" sz="1600" spc="-70" dirty="0">
                <a:latin typeface="Tahoma"/>
                <a:cs typeface="Tahoma"/>
              </a:rPr>
              <a:t> </a:t>
            </a:r>
            <a:r>
              <a:rPr lang="en-IN" sz="1600" spc="-25" dirty="0">
                <a:latin typeface="Tahoma"/>
                <a:cs typeface="Tahoma"/>
              </a:rPr>
              <a:t>focus:</a:t>
            </a:r>
            <a:r>
              <a:rPr lang="en-IN" sz="1600" spc="40" dirty="0">
                <a:latin typeface="Tahoma"/>
                <a:cs typeface="Tahoma"/>
              </a:rPr>
              <a:t> </a:t>
            </a:r>
            <a:r>
              <a:rPr lang="en-IN" sz="1600" spc="-120" dirty="0">
                <a:latin typeface="Arial Black"/>
                <a:cs typeface="Arial Black"/>
              </a:rPr>
              <a:t>Electrical</a:t>
            </a:r>
            <a:r>
              <a:rPr lang="en-IN" sz="1600" spc="30" dirty="0">
                <a:latin typeface="Arial Black"/>
                <a:cs typeface="Arial Black"/>
              </a:rPr>
              <a:t> </a:t>
            </a:r>
            <a:r>
              <a:rPr lang="en-IN" sz="1600" spc="-160" dirty="0">
                <a:latin typeface="Arial Black"/>
                <a:cs typeface="Arial Black"/>
              </a:rPr>
              <a:t>systems</a:t>
            </a:r>
            <a:r>
              <a:rPr lang="en-IN" sz="1600" dirty="0">
                <a:latin typeface="Arial Black"/>
                <a:cs typeface="Arial Black"/>
              </a:rPr>
              <a:t> </a:t>
            </a:r>
            <a:r>
              <a:rPr lang="en-IN" sz="1600" dirty="0">
                <a:latin typeface="Tahoma"/>
                <a:cs typeface="Tahoma"/>
              </a:rPr>
              <a:t>with</a:t>
            </a:r>
            <a:r>
              <a:rPr lang="en-IN" sz="1600" spc="-20" dirty="0">
                <a:latin typeface="Tahoma"/>
                <a:cs typeface="Tahoma"/>
              </a:rPr>
              <a:t> </a:t>
            </a:r>
            <a:r>
              <a:rPr lang="en-IN" sz="1600" spc="-30" dirty="0">
                <a:latin typeface="Tahoma"/>
                <a:cs typeface="Tahoma"/>
              </a:rPr>
              <a:t>current</a:t>
            </a:r>
            <a:r>
              <a:rPr lang="en-IN" sz="1600" spc="-15" dirty="0">
                <a:latin typeface="Tahoma"/>
                <a:cs typeface="Tahoma"/>
              </a:rPr>
              <a:t> </a:t>
            </a:r>
            <a:r>
              <a:rPr lang="en-IN" sz="1600" spc="-10" dirty="0">
                <a:latin typeface="Tahoma"/>
                <a:cs typeface="Tahoma"/>
              </a:rPr>
              <a:t>analysis</a:t>
            </a:r>
            <a:endParaRPr lang="en-IN" sz="1600" dirty="0">
              <a:latin typeface="Tahoma"/>
              <a:cs typeface="Tahoma"/>
            </a:endParaRPr>
          </a:p>
          <a:p>
            <a:pPr marL="323850" indent="-285750">
              <a:lnSpc>
                <a:spcPct val="100000"/>
              </a:lnSpc>
              <a:spcBef>
                <a:spcPts val="5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600" dirty="0">
                <a:latin typeface="Tahoma"/>
                <a:cs typeface="Tahoma"/>
              </a:rPr>
              <a:t>Our</a:t>
            </a:r>
            <a:r>
              <a:rPr lang="en-IN" sz="1600" spc="-20" dirty="0">
                <a:latin typeface="Tahoma"/>
                <a:cs typeface="Tahoma"/>
              </a:rPr>
              <a:t> </a:t>
            </a:r>
            <a:r>
              <a:rPr lang="en-IN" sz="1600" spc="-30" dirty="0">
                <a:latin typeface="Tahoma"/>
                <a:cs typeface="Tahoma"/>
              </a:rPr>
              <a:t>innovation:</a:t>
            </a:r>
            <a:r>
              <a:rPr lang="en-IN" sz="1600" spc="80" dirty="0">
                <a:latin typeface="Tahoma"/>
                <a:cs typeface="Tahoma"/>
              </a:rPr>
              <a:t> </a:t>
            </a:r>
            <a:r>
              <a:rPr lang="en-IN" sz="1600" spc="-20" dirty="0">
                <a:latin typeface="Tahoma"/>
                <a:cs typeface="Tahoma"/>
              </a:rPr>
              <a:t>Hybrid</a:t>
            </a:r>
            <a:r>
              <a:rPr lang="en-IN" sz="1600" spc="-15" dirty="0">
                <a:latin typeface="Tahoma"/>
                <a:cs typeface="Tahoma"/>
              </a:rPr>
              <a:t> </a:t>
            </a:r>
            <a:r>
              <a:rPr lang="en-IN" sz="1600" spc="60" dirty="0">
                <a:latin typeface="Tahoma"/>
                <a:cs typeface="Tahoma"/>
              </a:rPr>
              <a:t>ML</a:t>
            </a:r>
            <a:r>
              <a:rPr lang="en-IN" sz="1600" spc="-20" dirty="0">
                <a:latin typeface="Tahoma"/>
                <a:cs typeface="Tahoma"/>
              </a:rPr>
              <a:t> </a:t>
            </a:r>
            <a:r>
              <a:rPr lang="en-IN" sz="1600" spc="-10" dirty="0">
                <a:latin typeface="Tahoma"/>
                <a:cs typeface="Tahoma"/>
              </a:rPr>
              <a:t>pipeline</a:t>
            </a:r>
            <a:endParaRPr lang="en-IN" sz="1600" dirty="0">
              <a:latin typeface="Tahoma"/>
              <a:cs typeface="Tahoma"/>
            </a:endParaRPr>
          </a:p>
          <a:p>
            <a:pPr marL="323850" indent="-285750">
              <a:lnSpc>
                <a:spcPct val="100000"/>
              </a:lnSpc>
              <a:spcBef>
                <a:spcPts val="59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03835" algn="l"/>
              </a:tabLst>
            </a:pPr>
            <a:r>
              <a:rPr lang="en-IN" sz="1600" spc="-10" dirty="0">
                <a:latin typeface="Tahoma"/>
                <a:cs typeface="Tahoma"/>
              </a:rPr>
              <a:t>Paper</a:t>
            </a:r>
            <a:r>
              <a:rPr lang="en-IN" sz="1600" spc="-55" dirty="0">
                <a:latin typeface="Tahoma"/>
                <a:cs typeface="Tahoma"/>
              </a:rPr>
              <a:t> </a:t>
            </a:r>
            <a:r>
              <a:rPr lang="en-IN" sz="1600" spc="-35" dirty="0">
                <a:latin typeface="Tahoma"/>
                <a:cs typeface="Tahoma"/>
              </a:rPr>
              <a:t>strength:</a:t>
            </a:r>
            <a:r>
              <a:rPr lang="en-IN" sz="1600" spc="50" dirty="0">
                <a:latin typeface="Tahoma"/>
                <a:cs typeface="Tahoma"/>
              </a:rPr>
              <a:t> </a:t>
            </a:r>
            <a:r>
              <a:rPr lang="en-IN" sz="1600" spc="-45" dirty="0">
                <a:latin typeface="Tahoma"/>
                <a:cs typeface="Tahoma"/>
              </a:rPr>
              <a:t>Hardware</a:t>
            </a:r>
            <a:r>
              <a:rPr lang="en-IN" sz="1600" spc="-35" dirty="0">
                <a:latin typeface="Tahoma"/>
                <a:cs typeface="Tahoma"/>
              </a:rPr>
              <a:t> </a:t>
            </a:r>
            <a:r>
              <a:rPr lang="en-IN" sz="1600" spc="-10" dirty="0">
                <a:latin typeface="Tahoma"/>
                <a:cs typeface="Tahoma"/>
              </a:rPr>
              <a:t>integration</a:t>
            </a:r>
            <a:endParaRPr lang="en-IN" sz="16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0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E8212-017D-9C50-C8A8-F2DACFC79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25" dirty="0">
                <a:solidFill>
                  <a:schemeClr val="bg1"/>
                </a:solidFill>
              </a:rPr>
              <a:t>Validation</a:t>
            </a:r>
            <a:r>
              <a:rPr lang="en-US" spc="15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&amp;</a:t>
            </a:r>
            <a:r>
              <a:rPr lang="en-US" spc="15" dirty="0">
                <a:solidFill>
                  <a:schemeClr val="bg1"/>
                </a:solidFill>
              </a:rPr>
              <a:t> </a:t>
            </a:r>
            <a:r>
              <a:rPr lang="en-US" spc="-155" dirty="0">
                <a:solidFill>
                  <a:schemeClr val="bg1"/>
                </a:solidFill>
              </a:rPr>
              <a:t>Robustness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82C58-9669-626A-3A05-27841DAD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C0958-CE77-A601-DE1A-155FD2515EDA}"/>
              </a:ext>
            </a:extLst>
          </p:cNvPr>
          <p:cNvSpPr txBox="1"/>
          <p:nvPr/>
        </p:nvSpPr>
        <p:spPr>
          <a:xfrm>
            <a:off x="423081" y="2265529"/>
            <a:ext cx="345288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71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96215" algn="l"/>
              </a:tabLst>
            </a:pPr>
            <a:r>
              <a:rPr lang="en-IN" dirty="0">
                <a:latin typeface="Arial MT"/>
                <a:cs typeface="Arial MT"/>
              </a:rPr>
              <a:t>80/20</a:t>
            </a:r>
            <a:r>
              <a:rPr lang="en-IN" spc="170" dirty="0">
                <a:latin typeface="Arial MT"/>
                <a:cs typeface="Arial MT"/>
              </a:rPr>
              <a:t> </a:t>
            </a:r>
            <a:r>
              <a:rPr lang="en-IN" dirty="0">
                <a:latin typeface="Arial MT"/>
                <a:cs typeface="Arial MT"/>
              </a:rPr>
              <a:t>train/test</a:t>
            </a:r>
            <a:r>
              <a:rPr lang="en-IN" spc="170" dirty="0">
                <a:latin typeface="Arial MT"/>
                <a:cs typeface="Arial MT"/>
              </a:rPr>
              <a:t> </a:t>
            </a:r>
            <a:r>
              <a:rPr lang="en-IN" spc="-20" dirty="0">
                <a:latin typeface="Arial MT"/>
                <a:cs typeface="Arial MT"/>
              </a:rPr>
              <a:t>split</a:t>
            </a:r>
            <a:endParaRPr lang="en-IN" dirty="0">
              <a:latin typeface="Arial MT"/>
              <a:cs typeface="Arial MT"/>
            </a:endParaRPr>
          </a:p>
          <a:p>
            <a:pPr marL="323850" indent="-285750">
              <a:lnSpc>
                <a:spcPct val="100000"/>
              </a:lnSpc>
              <a:spcBef>
                <a:spcPts val="61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96215" algn="l"/>
              </a:tabLst>
            </a:pPr>
            <a:r>
              <a:rPr lang="en-IN" spc="-20" dirty="0">
                <a:latin typeface="Arial MT"/>
                <a:cs typeface="Arial MT"/>
              </a:rPr>
              <a:t>5-</a:t>
            </a:r>
            <a:r>
              <a:rPr lang="en-IN" dirty="0">
                <a:latin typeface="Arial MT"/>
                <a:cs typeface="Arial MT"/>
              </a:rPr>
              <a:t>fold</a:t>
            </a:r>
            <a:r>
              <a:rPr lang="en-IN" spc="65" dirty="0">
                <a:latin typeface="Arial MT"/>
                <a:cs typeface="Arial MT"/>
              </a:rPr>
              <a:t> </a:t>
            </a:r>
            <a:r>
              <a:rPr lang="en-IN" spc="-40" dirty="0">
                <a:latin typeface="Arial MT"/>
                <a:cs typeface="Arial MT"/>
              </a:rPr>
              <a:t>cross-</a:t>
            </a:r>
            <a:r>
              <a:rPr lang="en-IN" spc="-10" dirty="0">
                <a:latin typeface="Arial MT"/>
                <a:cs typeface="Arial MT"/>
              </a:rPr>
              <a:t>validation</a:t>
            </a:r>
            <a:endParaRPr lang="en-IN" dirty="0">
              <a:latin typeface="Arial MT"/>
              <a:cs typeface="Arial MT"/>
            </a:endParaRPr>
          </a:p>
          <a:p>
            <a:pPr marL="323850" indent="-285750">
              <a:lnSpc>
                <a:spcPct val="100000"/>
              </a:lnSpc>
              <a:spcBef>
                <a:spcPts val="61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96215" algn="l"/>
              </a:tabLst>
            </a:pPr>
            <a:r>
              <a:rPr lang="en-IN" spc="-30" dirty="0">
                <a:latin typeface="Arial MT"/>
                <a:cs typeface="Arial MT"/>
              </a:rPr>
              <a:t>Noise </a:t>
            </a:r>
            <a:r>
              <a:rPr lang="en-IN" dirty="0">
                <a:latin typeface="Arial MT"/>
                <a:cs typeface="Arial MT"/>
              </a:rPr>
              <a:t>testing:</a:t>
            </a:r>
            <a:r>
              <a:rPr lang="en-IN" spc="50" dirty="0">
                <a:latin typeface="Arial MT"/>
                <a:cs typeface="Arial MT"/>
              </a:rPr>
              <a:t> </a:t>
            </a:r>
            <a:r>
              <a:rPr lang="en-IN" i="1" spc="-10" dirty="0">
                <a:latin typeface="Verdana"/>
                <a:cs typeface="Verdana"/>
              </a:rPr>
              <a:t>±</a:t>
            </a:r>
            <a:r>
              <a:rPr lang="en-IN" spc="-10" dirty="0">
                <a:latin typeface="Arial MT"/>
                <a:cs typeface="Arial MT"/>
              </a:rPr>
              <a:t>5%,</a:t>
            </a:r>
            <a:r>
              <a:rPr lang="en-IN" spc="-25" dirty="0">
                <a:latin typeface="Arial MT"/>
                <a:cs typeface="Arial MT"/>
              </a:rPr>
              <a:t> </a:t>
            </a:r>
            <a:r>
              <a:rPr lang="en-IN" i="1" spc="-20" dirty="0">
                <a:latin typeface="Verdana"/>
                <a:cs typeface="Verdana"/>
              </a:rPr>
              <a:t>±</a:t>
            </a:r>
            <a:r>
              <a:rPr lang="en-IN" spc="-20" dirty="0">
                <a:latin typeface="Arial MT"/>
                <a:cs typeface="Arial MT"/>
              </a:rPr>
              <a:t>10%</a:t>
            </a:r>
            <a:endParaRPr lang="en-IN" dirty="0">
              <a:latin typeface="Arial MT"/>
              <a:cs typeface="Arial MT"/>
            </a:endParaRPr>
          </a:p>
          <a:p>
            <a:pPr marL="323850" indent="-285750">
              <a:lnSpc>
                <a:spcPct val="100000"/>
              </a:lnSpc>
              <a:spcBef>
                <a:spcPts val="61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96215" algn="l"/>
              </a:tabLst>
            </a:pPr>
            <a:r>
              <a:rPr lang="en-IN" spc="-25" dirty="0">
                <a:latin typeface="Arial MT"/>
                <a:cs typeface="Arial MT"/>
              </a:rPr>
              <a:t>24,000</a:t>
            </a:r>
            <a:r>
              <a:rPr lang="en-IN" spc="5" dirty="0">
                <a:latin typeface="Arial MT"/>
                <a:cs typeface="Arial MT"/>
              </a:rPr>
              <a:t> </a:t>
            </a:r>
            <a:r>
              <a:rPr lang="en-IN" spc="-45" dirty="0">
                <a:latin typeface="Arial MT"/>
                <a:cs typeface="Arial MT"/>
              </a:rPr>
              <a:t>scenario</a:t>
            </a:r>
            <a:r>
              <a:rPr lang="en-IN" spc="5" dirty="0">
                <a:latin typeface="Arial MT"/>
                <a:cs typeface="Arial MT"/>
              </a:rPr>
              <a:t> </a:t>
            </a:r>
            <a:r>
              <a:rPr lang="en-IN" spc="-10" dirty="0">
                <a:latin typeface="Arial MT"/>
                <a:cs typeface="Arial MT"/>
              </a:rPr>
              <a:t>paths</a:t>
            </a:r>
            <a:endParaRPr lang="en-IN" dirty="0">
              <a:latin typeface="Arial MT"/>
              <a:cs typeface="Arial MT"/>
            </a:endParaRPr>
          </a:p>
          <a:p>
            <a:endParaRPr lang="en-US" dirty="0"/>
          </a:p>
        </p:txBody>
      </p:sp>
      <p:pic>
        <p:nvPicPr>
          <p:cNvPr id="7" name="object 19">
            <a:extLst>
              <a:ext uri="{FF2B5EF4-FFF2-40B4-BE49-F238E27FC236}">
                <a16:creationId xmlns:a16="http://schemas.microsoft.com/office/drawing/2014/main" id="{458476CB-7A1F-1277-5927-F9BE76AE64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8703" y="2023963"/>
            <a:ext cx="4517553" cy="22439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1A3258-56D6-D29A-925E-FD2CE35C7B39}"/>
              </a:ext>
            </a:extLst>
          </p:cNvPr>
          <p:cNvSpPr txBox="1"/>
          <p:nvPr/>
        </p:nvSpPr>
        <p:spPr>
          <a:xfrm>
            <a:off x="7328703" y="4267882"/>
            <a:ext cx="4020971" cy="31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5975" marR="5080" indent="-803910">
              <a:lnSpc>
                <a:spcPct val="128099"/>
              </a:lnSpc>
              <a:spcBef>
                <a:spcPts val="100"/>
              </a:spcBef>
            </a:pPr>
            <a:r>
              <a:rPr lang="en-IN" sz="1200" spc="-40" dirty="0">
                <a:latin typeface="Arial Black"/>
                <a:cs typeface="Arial Black"/>
              </a:rPr>
              <a:t>Fig:</a:t>
            </a:r>
            <a:r>
              <a:rPr lang="en-IN" sz="1200" spc="114" dirty="0">
                <a:latin typeface="Arial Black"/>
                <a:cs typeface="Arial Black"/>
              </a:rPr>
              <a:t> </a:t>
            </a:r>
            <a:r>
              <a:rPr lang="en-IN" sz="1200" spc="-80" dirty="0">
                <a:latin typeface="Arial Black"/>
                <a:cs typeface="Arial Black"/>
              </a:rPr>
              <a:t>Validation</a:t>
            </a:r>
            <a:r>
              <a:rPr lang="en-IN" sz="1200" spc="15" dirty="0">
                <a:latin typeface="Arial Black"/>
                <a:cs typeface="Arial Black"/>
              </a:rPr>
              <a:t> </a:t>
            </a:r>
            <a:r>
              <a:rPr lang="en-IN" sz="1200" spc="-110" dirty="0">
                <a:latin typeface="Arial Black"/>
                <a:cs typeface="Arial Black"/>
              </a:rPr>
              <a:t>results</a:t>
            </a:r>
            <a:r>
              <a:rPr lang="en-IN" sz="1200" spc="10" dirty="0">
                <a:latin typeface="Arial Black"/>
                <a:cs typeface="Arial Black"/>
              </a:rPr>
              <a:t> </a:t>
            </a:r>
            <a:r>
              <a:rPr lang="en-IN" sz="1200" spc="-120" dirty="0">
                <a:latin typeface="Arial Black"/>
                <a:cs typeface="Arial Black"/>
              </a:rPr>
              <a:t>showing</a:t>
            </a:r>
            <a:r>
              <a:rPr lang="en-IN" sz="1200" spc="15" dirty="0">
                <a:latin typeface="Arial Black"/>
                <a:cs typeface="Arial Black"/>
              </a:rPr>
              <a:t> </a:t>
            </a:r>
            <a:r>
              <a:rPr lang="en-IN" sz="1200" spc="-100" dirty="0">
                <a:latin typeface="Arial Black"/>
                <a:cs typeface="Arial Black"/>
              </a:rPr>
              <a:t>robustness</a:t>
            </a:r>
            <a:r>
              <a:rPr lang="en-IN" sz="1200" spc="-10" dirty="0">
                <a:latin typeface="Arial Black"/>
                <a:cs typeface="Arial Black"/>
              </a:rPr>
              <a:t> metrics</a:t>
            </a:r>
            <a:endParaRPr lang="en-IN" sz="1200" dirty="0">
              <a:latin typeface="Arial Black"/>
              <a:cs typeface="Arial Black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B42A951-2793-E547-875F-6737126BD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067185"/>
              </p:ext>
            </p:extLst>
          </p:nvPr>
        </p:nvGraphicFramePr>
        <p:xfrm>
          <a:off x="250968" y="4332111"/>
          <a:ext cx="3208740" cy="200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4370">
                  <a:extLst>
                    <a:ext uri="{9D8B030D-6E8A-4147-A177-3AD203B41FA5}">
                      <a16:colId xmlns:a16="http://schemas.microsoft.com/office/drawing/2014/main" val="589149175"/>
                    </a:ext>
                  </a:extLst>
                </a:gridCol>
                <a:gridCol w="1604370">
                  <a:extLst>
                    <a:ext uri="{9D8B030D-6E8A-4147-A177-3AD203B41FA5}">
                      <a16:colId xmlns:a16="http://schemas.microsoft.com/office/drawing/2014/main" val="960341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0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Noise tolerance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spc="85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lang="en-US" sz="1400" i="1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10%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37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Prediction</a:t>
                      </a:r>
                      <a:r>
                        <a:rPr lang="en-US" sz="14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variance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latin typeface="Verdana"/>
                          <a:cs typeface="Verdana"/>
                        </a:rPr>
                        <a:t>±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3</a:t>
                      </a:r>
                      <a:r>
                        <a:rPr lang="en-US" sz="14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days</a:t>
                      </a:r>
                      <a:endParaRPr lang="en-US" sz="1400" dirty="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84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Early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10" dirty="0">
                          <a:latin typeface="Microsoft Sans Serif"/>
                          <a:cs typeface="Microsoft Sans Serif"/>
                        </a:rPr>
                        <a:t>detection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15-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lang="en-US" sz="14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days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617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False</a:t>
                      </a:r>
                      <a:r>
                        <a:rPr lang="en-US" sz="1400" dirty="0">
                          <a:latin typeface="Microsoft Sans Serif"/>
                          <a:cs typeface="Microsoft Sans Serif"/>
                        </a:rPr>
                        <a:t> positive</a:t>
                      </a:r>
                      <a:r>
                        <a:rPr lang="en-US" sz="14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400" spc="-20" dirty="0">
                          <a:latin typeface="Microsoft Sans Serif"/>
                          <a:cs typeface="Microsoft Sans Serif"/>
                        </a:rPr>
                        <a:t>rate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spc="85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lang="en-US" sz="1400" i="1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US" sz="1400" spc="-25" dirty="0">
                          <a:latin typeface="Microsoft Sans Serif"/>
                          <a:cs typeface="Microsoft Sans Serif"/>
                        </a:rPr>
                        <a:t>5%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641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197B857-BCBE-472B-B89A-2E05C74B6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575050"/>
              </p:ext>
            </p:extLst>
          </p:nvPr>
        </p:nvGraphicFramePr>
        <p:xfrm>
          <a:off x="3759959" y="4332111"/>
          <a:ext cx="3152631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877">
                  <a:extLst>
                    <a:ext uri="{9D8B030D-6E8A-4147-A177-3AD203B41FA5}">
                      <a16:colId xmlns:a16="http://schemas.microsoft.com/office/drawing/2014/main" val="3816286107"/>
                    </a:ext>
                  </a:extLst>
                </a:gridCol>
                <a:gridCol w="1050877">
                  <a:extLst>
                    <a:ext uri="{9D8B030D-6E8A-4147-A177-3AD203B41FA5}">
                      <a16:colId xmlns:a16="http://schemas.microsoft.com/office/drawing/2014/main" val="2363731845"/>
                    </a:ext>
                  </a:extLst>
                </a:gridCol>
                <a:gridCol w="1050877">
                  <a:extLst>
                    <a:ext uri="{9D8B030D-6E8A-4147-A177-3AD203B41FA5}">
                      <a16:colId xmlns:a16="http://schemas.microsoft.com/office/drawing/2014/main" val="2898837800"/>
                    </a:ext>
                  </a:extLst>
                </a:gridCol>
              </a:tblGrid>
              <a:tr h="500380">
                <a:tc>
                  <a:txBody>
                    <a:bodyPr/>
                    <a:lstStyle/>
                    <a:p>
                      <a:r>
                        <a:rPr lang="en-US" dirty="0"/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5092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sz="1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6.9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754844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nivers" panose="020F0502020204030204"/>
                          <a:ea typeface="+mn-ea"/>
                          <a:cs typeface="+mn-cs"/>
                        </a:rPr>
                        <a:t>6.9 days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nivers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197184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sz="14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nivers" panose="020F0502020204030204"/>
                          <a:ea typeface="+mn-ea"/>
                          <a:cs typeface="+mn-cs"/>
                        </a:rPr>
                        <a:t>6.9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47658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0011BAA-D1CA-58E1-6B3A-B909BB395017}"/>
              </a:ext>
            </a:extLst>
          </p:cNvPr>
          <p:cNvSpPr txBox="1"/>
          <p:nvPr/>
        </p:nvSpPr>
        <p:spPr>
          <a:xfrm>
            <a:off x="253378" y="3898550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Robustness Metrics: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245818-100E-FD83-2235-2D8C0464DBB1}"/>
              </a:ext>
            </a:extLst>
          </p:cNvPr>
          <p:cNvSpPr txBox="1"/>
          <p:nvPr/>
        </p:nvSpPr>
        <p:spPr>
          <a:xfrm>
            <a:off x="3772494" y="3898550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RUL Tracking (Sample):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5CB67-7251-A144-8BC1-A8650FBCE2AC}"/>
              </a:ext>
            </a:extLst>
          </p:cNvPr>
          <p:cNvSpPr txBox="1"/>
          <p:nvPr/>
        </p:nvSpPr>
        <p:spPr>
          <a:xfrm>
            <a:off x="7267288" y="4878943"/>
            <a:ext cx="431656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Findings:</a:t>
            </a:r>
          </a:p>
          <a:p>
            <a:pPr marL="323850" indent="-285750">
              <a:lnSpc>
                <a:spcPct val="100000"/>
              </a:lnSpc>
              <a:spcBef>
                <a:spcPts val="5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RUL</a:t>
            </a:r>
            <a:r>
              <a:rPr lang="en-IN" spc="3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stable</a:t>
            </a:r>
            <a:r>
              <a:rPr lang="en-IN" spc="40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at</a:t>
            </a:r>
            <a:r>
              <a:rPr lang="en-IN" spc="45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6.9</a:t>
            </a:r>
            <a:r>
              <a:rPr lang="en-IN" spc="40" dirty="0">
                <a:latin typeface="Microsoft Sans Serif"/>
                <a:cs typeface="Microsoft Sans Serif"/>
              </a:rPr>
              <a:t> </a:t>
            </a:r>
            <a:r>
              <a:rPr lang="en-IN" spc="-20" dirty="0">
                <a:latin typeface="Microsoft Sans Serif"/>
                <a:cs typeface="Microsoft Sans Serif"/>
              </a:rPr>
              <a:t>days</a:t>
            </a:r>
            <a:endParaRPr lang="en-IN" dirty="0">
              <a:latin typeface="Microsoft Sans Serif"/>
              <a:cs typeface="Microsoft Sans Serif"/>
            </a:endParaRPr>
          </a:p>
          <a:p>
            <a:pPr marL="323850" indent="-285750">
              <a:lnSpc>
                <a:spcPct val="100000"/>
              </a:lnSpc>
              <a:spcBef>
                <a:spcPts val="58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184150" algn="l"/>
              </a:tabLst>
            </a:pPr>
            <a:r>
              <a:rPr lang="en-IN" dirty="0">
                <a:latin typeface="Microsoft Sans Serif"/>
                <a:cs typeface="Microsoft Sans Serif"/>
              </a:rPr>
              <a:t>K</a:t>
            </a:r>
            <a:r>
              <a:rPr lang="en-IN" spc="45" dirty="0">
                <a:latin typeface="Microsoft Sans Serif"/>
                <a:cs typeface="Microsoft Sans Serif"/>
              </a:rPr>
              <a:t> </a:t>
            </a:r>
            <a:r>
              <a:rPr lang="en-IN" spc="-45" dirty="0">
                <a:latin typeface="Microsoft Sans Serif"/>
                <a:cs typeface="Microsoft Sans Serif"/>
              </a:rPr>
              <a:t>decreases</a:t>
            </a:r>
            <a:r>
              <a:rPr lang="en-IN" spc="50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by</a:t>
            </a:r>
            <a:r>
              <a:rPr lang="en-IN" spc="45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54%</a:t>
            </a:r>
            <a:r>
              <a:rPr lang="en-IN" spc="50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(318.6</a:t>
            </a:r>
            <a:r>
              <a:rPr lang="en-IN" spc="50" dirty="0">
                <a:latin typeface="Microsoft Sans Serif"/>
                <a:cs typeface="Microsoft Sans Serif"/>
              </a:rPr>
              <a:t> </a:t>
            </a:r>
            <a:r>
              <a:rPr lang="en-IN" dirty="0">
                <a:latin typeface="Microsoft Sans Serif"/>
                <a:cs typeface="Microsoft Sans Serif"/>
              </a:rPr>
              <a:t>→</a:t>
            </a:r>
            <a:r>
              <a:rPr lang="en-IN" spc="45" dirty="0">
                <a:latin typeface="Microsoft Sans Serif"/>
                <a:cs typeface="Microsoft Sans Serif"/>
              </a:rPr>
              <a:t> </a:t>
            </a:r>
            <a:r>
              <a:rPr lang="en-IN" spc="-10" dirty="0">
                <a:latin typeface="Microsoft Sans Serif"/>
                <a:cs typeface="Microsoft Sans Serif"/>
              </a:rPr>
              <a:t>147.0)</a:t>
            </a:r>
            <a:endParaRPr lang="en-IN" dirty="0">
              <a:latin typeface="Microsoft Sans Serif"/>
              <a:cs typeface="Microsoft Sans Serif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0001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22F8F-BF2C-1E0A-9C58-C910FD53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ADF62F-FC1A-79FC-CDCF-8805691A4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4C290B-BA10-6339-9C9B-A89B83805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67F9E4-53DE-BAB4-33C8-BE014399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14" dirty="0">
                <a:solidFill>
                  <a:schemeClr val="bg1"/>
                </a:solidFill>
              </a:rPr>
              <a:t>Project</a:t>
            </a:r>
            <a:r>
              <a:rPr lang="en-US" spc="25" dirty="0">
                <a:solidFill>
                  <a:schemeClr val="bg1"/>
                </a:solidFill>
              </a:rPr>
              <a:t> </a:t>
            </a:r>
            <a:r>
              <a:rPr lang="en-US" spc="-135" dirty="0">
                <a:solidFill>
                  <a:schemeClr val="bg1"/>
                </a:solidFill>
              </a:rPr>
              <a:t>Deliverables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4B86C80-6B1F-1EED-3CA5-5D80FDA9E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992826"/>
              </p:ext>
            </p:extLst>
          </p:nvPr>
        </p:nvGraphicFramePr>
        <p:xfrm>
          <a:off x="629789" y="1905000"/>
          <a:ext cx="10779739" cy="4376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87C38862-7277-9171-EFE6-59A58BA4B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5582E-31DE-4CF5-28C9-D1E5EC89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85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C88E6-80C5-66B0-BE1E-8FEDDBC8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spc="-155">
                <a:solidFill>
                  <a:schemeClr val="bg1"/>
                </a:solidFill>
              </a:rPr>
              <a:t>Conclusion</a:t>
            </a:r>
            <a:r>
              <a:rPr lang="en-US" spc="35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&amp;</a:t>
            </a:r>
            <a:r>
              <a:rPr lang="en-US" spc="30">
                <a:solidFill>
                  <a:schemeClr val="bg1"/>
                </a:solidFill>
              </a:rPr>
              <a:t> </a:t>
            </a:r>
            <a:r>
              <a:rPr lang="en-US" spc="-120">
                <a:solidFill>
                  <a:schemeClr val="bg1"/>
                </a:solidFill>
              </a:rPr>
              <a:t>Impact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5010C834-0E24-7AF8-A00A-29359055A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674024"/>
              </p:ext>
            </p:extLst>
          </p:nvPr>
        </p:nvGraphicFramePr>
        <p:xfrm>
          <a:off x="375313" y="2191603"/>
          <a:ext cx="10780050" cy="3677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47716-22CA-BFCF-2864-E36359689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682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</Words>
  <Application>Microsoft Office PowerPoint</Application>
  <PresentationFormat>Widescreen</PresentationFormat>
  <Paragraphs>324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Aptos</vt:lpstr>
      <vt:lpstr>Arial</vt:lpstr>
      <vt:lpstr>Arial Black</vt:lpstr>
      <vt:lpstr>Arial MT</vt:lpstr>
      <vt:lpstr>Calibri</vt:lpstr>
      <vt:lpstr>Lucida Sans Unicode</vt:lpstr>
      <vt:lpstr>Microsoft Sans Serif</vt:lpstr>
      <vt:lpstr>Tahoma</vt:lpstr>
      <vt:lpstr>Univers</vt:lpstr>
      <vt:lpstr>Univers Condensed</vt:lpstr>
      <vt:lpstr>Verdana</vt:lpstr>
      <vt:lpstr>RetrospectVTI</vt:lpstr>
      <vt:lpstr>Digital Twin of a Rotating Shaft for Predictive Maintenance using MATLAB Simulink and Simscape</vt:lpstr>
      <vt:lpstr>Industrial Problem &amp; Goal</vt:lpstr>
      <vt:lpstr>Dataset Summary</vt:lpstr>
      <vt:lpstr>System Architecture - Model Design</vt:lpstr>
      <vt:lpstr>System Architecture - Key Components</vt:lpstr>
      <vt:lpstr>ML Pipeline Overview</vt:lpstr>
      <vt:lpstr>Complete System Flowchart</vt:lpstr>
      <vt:lpstr>Performance Results</vt:lpstr>
      <vt:lpstr>Comparison with Other Methods</vt:lpstr>
      <vt:lpstr>Performance Comparison Visualization</vt:lpstr>
      <vt:lpstr>Comparison with Main Paper</vt:lpstr>
      <vt:lpstr>Validation &amp; Robustness</vt:lpstr>
      <vt:lpstr>Project Deliverables</vt:lpstr>
      <vt:lpstr>Conclusion &amp;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Gopi</dc:creator>
  <cp:lastModifiedBy>Karthik Gopi</cp:lastModifiedBy>
  <cp:revision>6</cp:revision>
  <dcterms:created xsi:type="dcterms:W3CDTF">2025-11-05T13:35:47Z</dcterms:created>
  <dcterms:modified xsi:type="dcterms:W3CDTF">2025-12-18T01:20:09Z</dcterms:modified>
</cp:coreProperties>
</file>