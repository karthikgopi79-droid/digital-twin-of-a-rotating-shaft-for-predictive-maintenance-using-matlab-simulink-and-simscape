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7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770CB0-F3C8-4850-960C-28D7F05AF7DF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A4A2D49-94A0-47EB-AC6A-4844CC9A9362}">
      <dgm:prSet/>
      <dgm:spPr/>
      <dgm:t>
        <a:bodyPr/>
        <a:lstStyle/>
        <a:p>
          <a:r>
            <a:rPr lang="en-US" b="1"/>
            <a:t>Real-World Problem:</a:t>
          </a:r>
          <a:br>
            <a:rPr lang="en-US"/>
          </a:br>
          <a:r>
            <a:rPr lang="en-US"/>
            <a:t>Lack of reliable Remaining Useful Life (RUL) prediction for critical rotating components (e.g., shafts, turbines, motors). Failures lead to downtime and high maintenance costs.</a:t>
          </a:r>
        </a:p>
      </dgm:t>
    </dgm:pt>
    <dgm:pt modelId="{150A3757-B6AF-46BB-BEEE-8C2FBFE69A77}" type="parTrans" cxnId="{3F70FA2C-2B8C-4FB7-9768-CF15E8EE1A97}">
      <dgm:prSet/>
      <dgm:spPr/>
      <dgm:t>
        <a:bodyPr/>
        <a:lstStyle/>
        <a:p>
          <a:endParaRPr lang="en-US"/>
        </a:p>
      </dgm:t>
    </dgm:pt>
    <dgm:pt modelId="{B989A536-E7F5-477C-8EF4-990EEF3023E2}" type="sibTrans" cxnId="{3F70FA2C-2B8C-4FB7-9768-CF15E8EE1A97}">
      <dgm:prSet/>
      <dgm:spPr/>
      <dgm:t>
        <a:bodyPr/>
        <a:lstStyle/>
        <a:p>
          <a:endParaRPr lang="en-US"/>
        </a:p>
      </dgm:t>
    </dgm:pt>
    <dgm:pt modelId="{C39E6CED-2EFD-428D-A2C0-931162C9FA10}">
      <dgm:prSet/>
      <dgm:spPr/>
      <dgm:t>
        <a:bodyPr/>
        <a:lstStyle/>
        <a:p>
          <a:r>
            <a:rPr lang="en-US" b="1"/>
            <a:t>Traditional Limitation:</a:t>
          </a:r>
          <a:br>
            <a:rPr lang="en-US"/>
          </a:br>
          <a:r>
            <a:rPr lang="en-US"/>
            <a:t>Conventional maintenance (time-based or reactive) detects faults but cannot predict </a:t>
          </a:r>
          <a:r>
            <a:rPr lang="en-US" i="1"/>
            <a:t>when</a:t>
          </a:r>
          <a:r>
            <a:rPr lang="en-US"/>
            <a:t> failure will happen.</a:t>
          </a:r>
        </a:p>
      </dgm:t>
    </dgm:pt>
    <dgm:pt modelId="{B7E2CDB4-8655-493C-ACDC-FDD20F9E9794}" type="parTrans" cxnId="{5CBBC83A-1C69-443F-896F-14C36E53F32F}">
      <dgm:prSet/>
      <dgm:spPr/>
      <dgm:t>
        <a:bodyPr/>
        <a:lstStyle/>
        <a:p>
          <a:endParaRPr lang="en-US"/>
        </a:p>
      </dgm:t>
    </dgm:pt>
    <dgm:pt modelId="{39780848-154E-479E-AB01-5DD7182AC07C}" type="sibTrans" cxnId="{5CBBC83A-1C69-443F-896F-14C36E53F32F}">
      <dgm:prSet/>
      <dgm:spPr/>
      <dgm:t>
        <a:bodyPr/>
        <a:lstStyle/>
        <a:p>
          <a:endParaRPr lang="en-US"/>
        </a:p>
      </dgm:t>
    </dgm:pt>
    <dgm:pt modelId="{EF649027-8512-4A86-91EA-60B411E89331}">
      <dgm:prSet/>
      <dgm:spPr/>
      <dgm:t>
        <a:bodyPr/>
        <a:lstStyle/>
        <a:p>
          <a:r>
            <a:rPr lang="en-US" b="1"/>
            <a:t>Project Goal:</a:t>
          </a:r>
          <a:br>
            <a:rPr lang="en-US"/>
          </a:br>
          <a:r>
            <a:rPr lang="en-US"/>
            <a:t>To develop a digital twin-based predictive maintenance system for rotating shafts — using MATLAB Simulink for simulation and AI (LSTM) for RUL prediction.</a:t>
          </a:r>
        </a:p>
      </dgm:t>
    </dgm:pt>
    <dgm:pt modelId="{2217BBF7-EF9D-4A82-B165-06ABA7733038}" type="parTrans" cxnId="{80D0EF70-97F5-466C-95C6-A11E69ACDE7C}">
      <dgm:prSet/>
      <dgm:spPr/>
      <dgm:t>
        <a:bodyPr/>
        <a:lstStyle/>
        <a:p>
          <a:endParaRPr lang="en-US"/>
        </a:p>
      </dgm:t>
    </dgm:pt>
    <dgm:pt modelId="{C444F1BD-2586-467B-9C3B-06E69DB231DE}" type="sibTrans" cxnId="{80D0EF70-97F5-466C-95C6-A11E69ACDE7C}">
      <dgm:prSet/>
      <dgm:spPr/>
      <dgm:t>
        <a:bodyPr/>
        <a:lstStyle/>
        <a:p>
          <a:endParaRPr lang="en-US"/>
        </a:p>
      </dgm:t>
    </dgm:pt>
    <dgm:pt modelId="{CA84A7FB-F306-476F-AFA8-B68D829982D3}" type="pres">
      <dgm:prSet presAssocID="{7B770CB0-F3C8-4850-960C-28D7F05AF7D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3B5F68C-4531-468C-BFF1-3B28AC6513E9}" type="pres">
      <dgm:prSet presAssocID="{BA4A2D49-94A0-47EB-AC6A-4844CC9A9362}" presName="hierRoot1" presStyleCnt="0"/>
      <dgm:spPr/>
    </dgm:pt>
    <dgm:pt modelId="{86E18229-3FD9-45D6-833D-5C211D9EA9F8}" type="pres">
      <dgm:prSet presAssocID="{BA4A2D49-94A0-47EB-AC6A-4844CC9A9362}" presName="composite" presStyleCnt="0"/>
      <dgm:spPr/>
    </dgm:pt>
    <dgm:pt modelId="{93A90CF9-CA3E-4C93-87A4-6FC088E93D3C}" type="pres">
      <dgm:prSet presAssocID="{BA4A2D49-94A0-47EB-AC6A-4844CC9A9362}" presName="background" presStyleLbl="node0" presStyleIdx="0" presStyleCnt="3"/>
      <dgm:spPr/>
    </dgm:pt>
    <dgm:pt modelId="{B1641E45-4713-4DC8-B0FE-EB6F12C98F83}" type="pres">
      <dgm:prSet presAssocID="{BA4A2D49-94A0-47EB-AC6A-4844CC9A9362}" presName="text" presStyleLbl="fgAcc0" presStyleIdx="0" presStyleCnt="3">
        <dgm:presLayoutVars>
          <dgm:chPref val="3"/>
        </dgm:presLayoutVars>
      </dgm:prSet>
      <dgm:spPr/>
    </dgm:pt>
    <dgm:pt modelId="{52C9E428-016A-46F8-9082-32C9E519479F}" type="pres">
      <dgm:prSet presAssocID="{BA4A2D49-94A0-47EB-AC6A-4844CC9A9362}" presName="hierChild2" presStyleCnt="0"/>
      <dgm:spPr/>
    </dgm:pt>
    <dgm:pt modelId="{DCAD6423-E536-4760-9FEC-B961F336503A}" type="pres">
      <dgm:prSet presAssocID="{C39E6CED-2EFD-428D-A2C0-931162C9FA10}" presName="hierRoot1" presStyleCnt="0"/>
      <dgm:spPr/>
    </dgm:pt>
    <dgm:pt modelId="{A2BE95B8-FB5D-4088-A6B9-CCE9BC5D70FB}" type="pres">
      <dgm:prSet presAssocID="{C39E6CED-2EFD-428D-A2C0-931162C9FA10}" presName="composite" presStyleCnt="0"/>
      <dgm:spPr/>
    </dgm:pt>
    <dgm:pt modelId="{A32BFFAE-ECA6-4D92-B228-91C114EB69B5}" type="pres">
      <dgm:prSet presAssocID="{C39E6CED-2EFD-428D-A2C0-931162C9FA10}" presName="background" presStyleLbl="node0" presStyleIdx="1" presStyleCnt="3"/>
      <dgm:spPr/>
    </dgm:pt>
    <dgm:pt modelId="{EE98EE00-1E56-4516-8E3C-24EBF817A0A1}" type="pres">
      <dgm:prSet presAssocID="{C39E6CED-2EFD-428D-A2C0-931162C9FA10}" presName="text" presStyleLbl="fgAcc0" presStyleIdx="1" presStyleCnt="3">
        <dgm:presLayoutVars>
          <dgm:chPref val="3"/>
        </dgm:presLayoutVars>
      </dgm:prSet>
      <dgm:spPr/>
    </dgm:pt>
    <dgm:pt modelId="{0B4EBCD1-E83F-4290-8EA7-02549AD92CDA}" type="pres">
      <dgm:prSet presAssocID="{C39E6CED-2EFD-428D-A2C0-931162C9FA10}" presName="hierChild2" presStyleCnt="0"/>
      <dgm:spPr/>
    </dgm:pt>
    <dgm:pt modelId="{3154B664-E965-401F-9F38-5076B7AECFC7}" type="pres">
      <dgm:prSet presAssocID="{EF649027-8512-4A86-91EA-60B411E89331}" presName="hierRoot1" presStyleCnt="0"/>
      <dgm:spPr/>
    </dgm:pt>
    <dgm:pt modelId="{55825C16-8043-4794-AE95-4E8A00DA021B}" type="pres">
      <dgm:prSet presAssocID="{EF649027-8512-4A86-91EA-60B411E89331}" presName="composite" presStyleCnt="0"/>
      <dgm:spPr/>
    </dgm:pt>
    <dgm:pt modelId="{B2D4DFA0-C94D-49F2-A33D-7E962F6593DF}" type="pres">
      <dgm:prSet presAssocID="{EF649027-8512-4A86-91EA-60B411E89331}" presName="background" presStyleLbl="node0" presStyleIdx="2" presStyleCnt="3"/>
      <dgm:spPr/>
    </dgm:pt>
    <dgm:pt modelId="{2FE80007-97DE-4CFC-843E-34F701E95D5E}" type="pres">
      <dgm:prSet presAssocID="{EF649027-8512-4A86-91EA-60B411E89331}" presName="text" presStyleLbl="fgAcc0" presStyleIdx="2" presStyleCnt="3">
        <dgm:presLayoutVars>
          <dgm:chPref val="3"/>
        </dgm:presLayoutVars>
      </dgm:prSet>
      <dgm:spPr/>
    </dgm:pt>
    <dgm:pt modelId="{D5E070BB-621A-4625-9AB8-2F9AEFF711AB}" type="pres">
      <dgm:prSet presAssocID="{EF649027-8512-4A86-91EA-60B411E89331}" presName="hierChild2" presStyleCnt="0"/>
      <dgm:spPr/>
    </dgm:pt>
  </dgm:ptLst>
  <dgm:cxnLst>
    <dgm:cxn modelId="{4AC44510-53A1-4A69-BC2D-AF54DC40299B}" type="presOf" srcId="{7B770CB0-F3C8-4850-960C-28D7F05AF7DF}" destId="{CA84A7FB-F306-476F-AFA8-B68D829982D3}" srcOrd="0" destOrd="0" presId="urn:microsoft.com/office/officeart/2005/8/layout/hierarchy1"/>
    <dgm:cxn modelId="{3F70FA2C-2B8C-4FB7-9768-CF15E8EE1A97}" srcId="{7B770CB0-F3C8-4850-960C-28D7F05AF7DF}" destId="{BA4A2D49-94A0-47EB-AC6A-4844CC9A9362}" srcOrd="0" destOrd="0" parTransId="{150A3757-B6AF-46BB-BEEE-8C2FBFE69A77}" sibTransId="{B989A536-E7F5-477C-8EF4-990EEF3023E2}"/>
    <dgm:cxn modelId="{5CBBC83A-1C69-443F-896F-14C36E53F32F}" srcId="{7B770CB0-F3C8-4850-960C-28D7F05AF7DF}" destId="{C39E6CED-2EFD-428D-A2C0-931162C9FA10}" srcOrd="1" destOrd="0" parTransId="{B7E2CDB4-8655-493C-ACDC-FDD20F9E9794}" sibTransId="{39780848-154E-479E-AB01-5DD7182AC07C}"/>
    <dgm:cxn modelId="{7528C74D-71A0-4475-88D3-8A2073335B42}" type="presOf" srcId="{C39E6CED-2EFD-428D-A2C0-931162C9FA10}" destId="{EE98EE00-1E56-4516-8E3C-24EBF817A0A1}" srcOrd="0" destOrd="0" presId="urn:microsoft.com/office/officeart/2005/8/layout/hierarchy1"/>
    <dgm:cxn modelId="{80D0EF70-97F5-466C-95C6-A11E69ACDE7C}" srcId="{7B770CB0-F3C8-4850-960C-28D7F05AF7DF}" destId="{EF649027-8512-4A86-91EA-60B411E89331}" srcOrd="2" destOrd="0" parTransId="{2217BBF7-EF9D-4A82-B165-06ABA7733038}" sibTransId="{C444F1BD-2586-467B-9C3B-06E69DB231DE}"/>
    <dgm:cxn modelId="{2BFF1A7B-D294-45C4-A589-5BCEB2E7409E}" type="presOf" srcId="{EF649027-8512-4A86-91EA-60B411E89331}" destId="{2FE80007-97DE-4CFC-843E-34F701E95D5E}" srcOrd="0" destOrd="0" presId="urn:microsoft.com/office/officeart/2005/8/layout/hierarchy1"/>
    <dgm:cxn modelId="{06663FCD-F407-47BE-920C-AD95D0430AE9}" type="presOf" srcId="{BA4A2D49-94A0-47EB-AC6A-4844CC9A9362}" destId="{B1641E45-4713-4DC8-B0FE-EB6F12C98F83}" srcOrd="0" destOrd="0" presId="urn:microsoft.com/office/officeart/2005/8/layout/hierarchy1"/>
    <dgm:cxn modelId="{94946C5D-556E-463B-92FF-DDD93236DA63}" type="presParOf" srcId="{CA84A7FB-F306-476F-AFA8-B68D829982D3}" destId="{23B5F68C-4531-468C-BFF1-3B28AC6513E9}" srcOrd="0" destOrd="0" presId="urn:microsoft.com/office/officeart/2005/8/layout/hierarchy1"/>
    <dgm:cxn modelId="{A7570B8A-A570-4560-8599-266BEEF86EB1}" type="presParOf" srcId="{23B5F68C-4531-468C-BFF1-3B28AC6513E9}" destId="{86E18229-3FD9-45D6-833D-5C211D9EA9F8}" srcOrd="0" destOrd="0" presId="urn:microsoft.com/office/officeart/2005/8/layout/hierarchy1"/>
    <dgm:cxn modelId="{01BB6DF8-F2E3-47A1-B53B-08275A739F43}" type="presParOf" srcId="{86E18229-3FD9-45D6-833D-5C211D9EA9F8}" destId="{93A90CF9-CA3E-4C93-87A4-6FC088E93D3C}" srcOrd="0" destOrd="0" presId="urn:microsoft.com/office/officeart/2005/8/layout/hierarchy1"/>
    <dgm:cxn modelId="{25E6568B-4785-4450-9768-CF67AE2A59F8}" type="presParOf" srcId="{86E18229-3FD9-45D6-833D-5C211D9EA9F8}" destId="{B1641E45-4713-4DC8-B0FE-EB6F12C98F83}" srcOrd="1" destOrd="0" presId="urn:microsoft.com/office/officeart/2005/8/layout/hierarchy1"/>
    <dgm:cxn modelId="{38035DA5-9092-4A70-8BFA-5EF16B3C13C0}" type="presParOf" srcId="{23B5F68C-4531-468C-BFF1-3B28AC6513E9}" destId="{52C9E428-016A-46F8-9082-32C9E519479F}" srcOrd="1" destOrd="0" presId="urn:microsoft.com/office/officeart/2005/8/layout/hierarchy1"/>
    <dgm:cxn modelId="{847E7286-2A20-49E8-8953-C70A1C2C464D}" type="presParOf" srcId="{CA84A7FB-F306-476F-AFA8-B68D829982D3}" destId="{DCAD6423-E536-4760-9FEC-B961F336503A}" srcOrd="1" destOrd="0" presId="urn:microsoft.com/office/officeart/2005/8/layout/hierarchy1"/>
    <dgm:cxn modelId="{5B951794-DF6C-4386-9508-07D512C57C1C}" type="presParOf" srcId="{DCAD6423-E536-4760-9FEC-B961F336503A}" destId="{A2BE95B8-FB5D-4088-A6B9-CCE9BC5D70FB}" srcOrd="0" destOrd="0" presId="urn:microsoft.com/office/officeart/2005/8/layout/hierarchy1"/>
    <dgm:cxn modelId="{AD060481-77BA-4FE3-BFF4-D9EB30205A7C}" type="presParOf" srcId="{A2BE95B8-FB5D-4088-A6B9-CCE9BC5D70FB}" destId="{A32BFFAE-ECA6-4D92-B228-91C114EB69B5}" srcOrd="0" destOrd="0" presId="urn:microsoft.com/office/officeart/2005/8/layout/hierarchy1"/>
    <dgm:cxn modelId="{4B92058E-BDC0-4798-A6EE-0CB1BF93902B}" type="presParOf" srcId="{A2BE95B8-FB5D-4088-A6B9-CCE9BC5D70FB}" destId="{EE98EE00-1E56-4516-8E3C-24EBF817A0A1}" srcOrd="1" destOrd="0" presId="urn:microsoft.com/office/officeart/2005/8/layout/hierarchy1"/>
    <dgm:cxn modelId="{839B529D-D787-4AEA-9C0D-D5F2FE7F84D0}" type="presParOf" srcId="{DCAD6423-E536-4760-9FEC-B961F336503A}" destId="{0B4EBCD1-E83F-4290-8EA7-02549AD92CDA}" srcOrd="1" destOrd="0" presId="urn:microsoft.com/office/officeart/2005/8/layout/hierarchy1"/>
    <dgm:cxn modelId="{3ECA79AC-1E75-4E21-BCC1-36C150515C80}" type="presParOf" srcId="{CA84A7FB-F306-476F-AFA8-B68D829982D3}" destId="{3154B664-E965-401F-9F38-5076B7AECFC7}" srcOrd="2" destOrd="0" presId="urn:microsoft.com/office/officeart/2005/8/layout/hierarchy1"/>
    <dgm:cxn modelId="{A63C6016-8190-40A1-B2D6-5FFB52BC1224}" type="presParOf" srcId="{3154B664-E965-401F-9F38-5076B7AECFC7}" destId="{55825C16-8043-4794-AE95-4E8A00DA021B}" srcOrd="0" destOrd="0" presId="urn:microsoft.com/office/officeart/2005/8/layout/hierarchy1"/>
    <dgm:cxn modelId="{E09E137A-F2FA-4CD0-AB94-9DE600C8E60F}" type="presParOf" srcId="{55825C16-8043-4794-AE95-4E8A00DA021B}" destId="{B2D4DFA0-C94D-49F2-A33D-7E962F6593DF}" srcOrd="0" destOrd="0" presId="urn:microsoft.com/office/officeart/2005/8/layout/hierarchy1"/>
    <dgm:cxn modelId="{8A90808B-BB5F-43C8-AA71-52C31B8AA81B}" type="presParOf" srcId="{55825C16-8043-4794-AE95-4E8A00DA021B}" destId="{2FE80007-97DE-4CFC-843E-34F701E95D5E}" srcOrd="1" destOrd="0" presId="urn:microsoft.com/office/officeart/2005/8/layout/hierarchy1"/>
    <dgm:cxn modelId="{2A39B84C-E791-4E04-830B-ED5B87269D13}" type="presParOf" srcId="{3154B664-E965-401F-9F38-5076B7AECFC7}" destId="{D5E070BB-621A-4625-9AB8-2F9AEFF711A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8584E7-64EF-42F6-BF5F-3D3D64D3E5AE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65884F-3A3E-44A7-959C-F6F36FED5DA1}">
      <dgm:prSet/>
      <dgm:spPr/>
      <dgm:t>
        <a:bodyPr/>
        <a:lstStyle/>
        <a:p>
          <a:r>
            <a:rPr lang="en-IN" b="1"/>
            <a:t>Raja Singh et al., 2023</a:t>
          </a:r>
          <a:r>
            <a:rPr lang="en-IN"/>
            <a:t> – “Building a Digital Twin Powered Intelligent Predictive Maintenance System for Industrial AC Machines” </a:t>
          </a:r>
          <a:r>
            <a:rPr lang="en-IN" i="1"/>
            <a:t>(MDPI)</a:t>
          </a:r>
          <a:endParaRPr lang="en-US"/>
        </a:p>
      </dgm:t>
    </dgm:pt>
    <dgm:pt modelId="{930D404D-31AC-4E0D-9C32-9D32EF884323}" type="parTrans" cxnId="{68275EB6-C23A-4A60-B57D-5AF7717F584C}">
      <dgm:prSet/>
      <dgm:spPr/>
      <dgm:t>
        <a:bodyPr/>
        <a:lstStyle/>
        <a:p>
          <a:endParaRPr lang="en-US"/>
        </a:p>
      </dgm:t>
    </dgm:pt>
    <dgm:pt modelId="{2216F1F8-F7F2-4FB3-A277-2114C2759EDE}" type="sibTrans" cxnId="{68275EB6-C23A-4A60-B57D-5AF7717F584C}">
      <dgm:prSet/>
      <dgm:spPr/>
      <dgm:t>
        <a:bodyPr/>
        <a:lstStyle/>
        <a:p>
          <a:endParaRPr lang="en-US"/>
        </a:p>
      </dgm:t>
    </dgm:pt>
    <dgm:pt modelId="{CC50447B-96E4-4FE3-83F8-42B2B49CCE6F}">
      <dgm:prSet/>
      <dgm:spPr/>
      <dgm:t>
        <a:bodyPr/>
        <a:lstStyle/>
        <a:p>
          <a:r>
            <a:rPr lang="en-IN"/>
            <a:t>Demonstrated DT integration for motor health monitoring.</a:t>
          </a:r>
          <a:endParaRPr lang="en-US"/>
        </a:p>
      </dgm:t>
    </dgm:pt>
    <dgm:pt modelId="{4D41167D-DE7E-49A9-8021-C3DB8A3ED3F3}" type="parTrans" cxnId="{968D2ECF-EF40-419E-82F8-CB6014404AD4}">
      <dgm:prSet/>
      <dgm:spPr/>
      <dgm:t>
        <a:bodyPr/>
        <a:lstStyle/>
        <a:p>
          <a:endParaRPr lang="en-US"/>
        </a:p>
      </dgm:t>
    </dgm:pt>
    <dgm:pt modelId="{A48A1D14-69A3-4E75-B60C-29A6DBD4538B}" type="sibTrans" cxnId="{968D2ECF-EF40-419E-82F8-CB6014404AD4}">
      <dgm:prSet/>
      <dgm:spPr/>
      <dgm:t>
        <a:bodyPr/>
        <a:lstStyle/>
        <a:p>
          <a:endParaRPr lang="en-US"/>
        </a:p>
      </dgm:t>
    </dgm:pt>
    <dgm:pt modelId="{8EAD0D69-94C7-4441-A5E1-66CC8A765B1E}">
      <dgm:prSet/>
      <dgm:spPr/>
      <dgm:t>
        <a:bodyPr/>
        <a:lstStyle/>
        <a:p>
          <a:r>
            <a:rPr lang="en-IN" b="1"/>
            <a:t>Han et al., 2022</a:t>
          </a:r>
          <a:r>
            <a:rPr lang="en-IN"/>
            <a:t> – “Overview of Predictive Maintenance Based on Digital Twin Technology” </a:t>
          </a:r>
          <a:r>
            <a:rPr lang="en-IN" i="1"/>
            <a:t>(Mechanical Systems &amp; Signal Processing)</a:t>
          </a:r>
          <a:endParaRPr lang="en-US"/>
        </a:p>
      </dgm:t>
    </dgm:pt>
    <dgm:pt modelId="{7623252A-8821-40E2-B02A-82C57A0DC224}" type="parTrans" cxnId="{372A9E94-C6E9-41D7-B4AC-5927540FC2BF}">
      <dgm:prSet/>
      <dgm:spPr/>
      <dgm:t>
        <a:bodyPr/>
        <a:lstStyle/>
        <a:p>
          <a:endParaRPr lang="en-US"/>
        </a:p>
      </dgm:t>
    </dgm:pt>
    <dgm:pt modelId="{CA605ACD-DC2C-4769-B92B-615FB03C489B}" type="sibTrans" cxnId="{372A9E94-C6E9-41D7-B4AC-5927540FC2BF}">
      <dgm:prSet/>
      <dgm:spPr/>
      <dgm:t>
        <a:bodyPr/>
        <a:lstStyle/>
        <a:p>
          <a:endParaRPr lang="en-US"/>
        </a:p>
      </dgm:t>
    </dgm:pt>
    <dgm:pt modelId="{9CC884FC-07E4-47DB-98E8-331564A9D46F}">
      <dgm:prSet/>
      <dgm:spPr/>
      <dgm:t>
        <a:bodyPr/>
        <a:lstStyle/>
        <a:p>
          <a:r>
            <a:rPr lang="en-IN"/>
            <a:t>Reviewed methods for digital twin-driven fault diagnosis in rotating systems.</a:t>
          </a:r>
          <a:endParaRPr lang="en-US"/>
        </a:p>
      </dgm:t>
    </dgm:pt>
    <dgm:pt modelId="{A9642610-9AF3-4E6B-98E6-6D7DDBF7DBE4}" type="parTrans" cxnId="{67D4CB98-F77B-41CE-A32E-10007B83C28D}">
      <dgm:prSet/>
      <dgm:spPr/>
      <dgm:t>
        <a:bodyPr/>
        <a:lstStyle/>
        <a:p>
          <a:endParaRPr lang="en-US"/>
        </a:p>
      </dgm:t>
    </dgm:pt>
    <dgm:pt modelId="{4EAF2CEA-05A7-46D6-99B1-ECA70B9FD875}" type="sibTrans" cxnId="{67D4CB98-F77B-41CE-A32E-10007B83C28D}">
      <dgm:prSet/>
      <dgm:spPr/>
      <dgm:t>
        <a:bodyPr/>
        <a:lstStyle/>
        <a:p>
          <a:endParaRPr lang="en-US"/>
        </a:p>
      </dgm:t>
    </dgm:pt>
    <dgm:pt modelId="{BDC51F63-60AA-44B5-AA94-B984319AEF27}">
      <dgm:prSet/>
      <dgm:spPr/>
      <dgm:t>
        <a:bodyPr/>
        <a:lstStyle/>
        <a:p>
          <a:r>
            <a:rPr lang="en-IN" b="1"/>
            <a:t>Gap Identified:</a:t>
          </a:r>
          <a:endParaRPr lang="en-US"/>
        </a:p>
      </dgm:t>
    </dgm:pt>
    <dgm:pt modelId="{FD4E5606-BA97-4A04-89F0-2E3AEF781037}" type="parTrans" cxnId="{F83E9F79-BC40-4E22-8F33-571946C8B2F4}">
      <dgm:prSet/>
      <dgm:spPr/>
      <dgm:t>
        <a:bodyPr/>
        <a:lstStyle/>
        <a:p>
          <a:endParaRPr lang="en-US"/>
        </a:p>
      </dgm:t>
    </dgm:pt>
    <dgm:pt modelId="{79265133-B893-4D23-9176-D4588F2DC0CF}" type="sibTrans" cxnId="{F83E9F79-BC40-4E22-8F33-571946C8B2F4}">
      <dgm:prSet/>
      <dgm:spPr/>
      <dgm:t>
        <a:bodyPr/>
        <a:lstStyle/>
        <a:p>
          <a:endParaRPr lang="en-US"/>
        </a:p>
      </dgm:t>
    </dgm:pt>
    <dgm:pt modelId="{D2493D74-C90E-4684-8EA3-502C421FF300}">
      <dgm:prSet/>
      <dgm:spPr/>
      <dgm:t>
        <a:bodyPr/>
        <a:lstStyle/>
        <a:p>
          <a:r>
            <a:rPr lang="en-IN"/>
            <a:t>Existing work focuses on high-level system modeling.</a:t>
          </a:r>
          <a:endParaRPr lang="en-US"/>
        </a:p>
      </dgm:t>
    </dgm:pt>
    <dgm:pt modelId="{62C63671-82C6-48F4-92E5-952E8E31A8F9}" type="parTrans" cxnId="{5705E5F7-0251-4326-BE0D-D9F33F35AE45}">
      <dgm:prSet/>
      <dgm:spPr/>
      <dgm:t>
        <a:bodyPr/>
        <a:lstStyle/>
        <a:p>
          <a:endParaRPr lang="en-US"/>
        </a:p>
      </dgm:t>
    </dgm:pt>
    <dgm:pt modelId="{D4879811-345C-443A-98A4-C9013A9D12E9}" type="sibTrans" cxnId="{5705E5F7-0251-4326-BE0D-D9F33F35AE45}">
      <dgm:prSet/>
      <dgm:spPr/>
      <dgm:t>
        <a:bodyPr/>
        <a:lstStyle/>
        <a:p>
          <a:endParaRPr lang="en-US"/>
        </a:p>
      </dgm:t>
    </dgm:pt>
    <dgm:pt modelId="{6E6100B0-D072-44F9-87D8-8A019830052E}">
      <dgm:prSet/>
      <dgm:spPr/>
      <dgm:t>
        <a:bodyPr/>
        <a:lstStyle/>
        <a:p>
          <a:r>
            <a:rPr lang="en-IN" b="1"/>
            <a:t>This project focuses on shaft-level simulation using MATLAB Simscape</a:t>
          </a:r>
          <a:r>
            <a:rPr lang="en-IN"/>
            <a:t> — providing deeper insight into component behavior.</a:t>
          </a:r>
          <a:endParaRPr lang="en-US"/>
        </a:p>
      </dgm:t>
    </dgm:pt>
    <dgm:pt modelId="{ECA23866-C99F-46E1-A6CA-43A2806A1FEE}" type="parTrans" cxnId="{A184D9C6-245B-47A7-A065-D8364091AB29}">
      <dgm:prSet/>
      <dgm:spPr/>
      <dgm:t>
        <a:bodyPr/>
        <a:lstStyle/>
        <a:p>
          <a:endParaRPr lang="en-US"/>
        </a:p>
      </dgm:t>
    </dgm:pt>
    <dgm:pt modelId="{20D1809F-3FA7-4A17-8213-3D501D06D726}" type="sibTrans" cxnId="{A184D9C6-245B-47A7-A065-D8364091AB29}">
      <dgm:prSet/>
      <dgm:spPr/>
      <dgm:t>
        <a:bodyPr/>
        <a:lstStyle/>
        <a:p>
          <a:endParaRPr lang="en-US"/>
        </a:p>
      </dgm:t>
    </dgm:pt>
    <dgm:pt modelId="{EC2C88F4-E29A-4974-BC47-A89563311D1B}" type="pres">
      <dgm:prSet presAssocID="{218584E7-64EF-42F6-BF5F-3D3D64D3E5A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8B5EBE0-06DD-49BD-8E6C-AAC50438A7E0}" type="pres">
      <dgm:prSet presAssocID="{7865884F-3A3E-44A7-959C-F6F36FED5DA1}" presName="root" presStyleCnt="0"/>
      <dgm:spPr/>
    </dgm:pt>
    <dgm:pt modelId="{2A70C7A8-7CC9-4555-95BB-90648E4AA2D9}" type="pres">
      <dgm:prSet presAssocID="{7865884F-3A3E-44A7-959C-F6F36FED5DA1}" presName="rootComposite" presStyleCnt="0"/>
      <dgm:spPr/>
    </dgm:pt>
    <dgm:pt modelId="{4BB6EAB7-985E-4ADA-9A0C-820B529CE05B}" type="pres">
      <dgm:prSet presAssocID="{7865884F-3A3E-44A7-959C-F6F36FED5DA1}" presName="rootText" presStyleLbl="node1" presStyleIdx="0" presStyleCnt="3"/>
      <dgm:spPr/>
    </dgm:pt>
    <dgm:pt modelId="{D5E4A774-C882-4C27-9082-6D4C597BDC87}" type="pres">
      <dgm:prSet presAssocID="{7865884F-3A3E-44A7-959C-F6F36FED5DA1}" presName="rootConnector" presStyleLbl="node1" presStyleIdx="0" presStyleCnt="3"/>
      <dgm:spPr/>
    </dgm:pt>
    <dgm:pt modelId="{4B0B27EC-C5FF-40A1-853E-CF2575615156}" type="pres">
      <dgm:prSet presAssocID="{7865884F-3A3E-44A7-959C-F6F36FED5DA1}" presName="childShape" presStyleCnt="0"/>
      <dgm:spPr/>
    </dgm:pt>
    <dgm:pt modelId="{6C0CADA2-3122-47D0-858A-29950FE96D48}" type="pres">
      <dgm:prSet presAssocID="{4D41167D-DE7E-49A9-8021-C3DB8A3ED3F3}" presName="Name13" presStyleLbl="parChTrans1D2" presStyleIdx="0" presStyleCnt="4"/>
      <dgm:spPr/>
    </dgm:pt>
    <dgm:pt modelId="{32415786-31B3-4C6F-9E35-BA96631678C3}" type="pres">
      <dgm:prSet presAssocID="{CC50447B-96E4-4FE3-83F8-42B2B49CCE6F}" presName="childText" presStyleLbl="bgAcc1" presStyleIdx="0" presStyleCnt="4">
        <dgm:presLayoutVars>
          <dgm:bulletEnabled val="1"/>
        </dgm:presLayoutVars>
      </dgm:prSet>
      <dgm:spPr/>
    </dgm:pt>
    <dgm:pt modelId="{F1630783-DA9B-4795-8E9A-494896924BE8}" type="pres">
      <dgm:prSet presAssocID="{8EAD0D69-94C7-4441-A5E1-66CC8A765B1E}" presName="root" presStyleCnt="0"/>
      <dgm:spPr/>
    </dgm:pt>
    <dgm:pt modelId="{643A9B17-EE16-40B5-B7DD-B3CCA8C5DD9D}" type="pres">
      <dgm:prSet presAssocID="{8EAD0D69-94C7-4441-A5E1-66CC8A765B1E}" presName="rootComposite" presStyleCnt="0"/>
      <dgm:spPr/>
    </dgm:pt>
    <dgm:pt modelId="{FC9378AB-3530-474C-BD51-650973AE5F72}" type="pres">
      <dgm:prSet presAssocID="{8EAD0D69-94C7-4441-A5E1-66CC8A765B1E}" presName="rootText" presStyleLbl="node1" presStyleIdx="1" presStyleCnt="3"/>
      <dgm:spPr/>
    </dgm:pt>
    <dgm:pt modelId="{F62DD632-2B5D-4118-9FAD-1BB300EDA2C2}" type="pres">
      <dgm:prSet presAssocID="{8EAD0D69-94C7-4441-A5E1-66CC8A765B1E}" presName="rootConnector" presStyleLbl="node1" presStyleIdx="1" presStyleCnt="3"/>
      <dgm:spPr/>
    </dgm:pt>
    <dgm:pt modelId="{CA131EEB-F3FD-49B5-A20C-74946B45FDDB}" type="pres">
      <dgm:prSet presAssocID="{8EAD0D69-94C7-4441-A5E1-66CC8A765B1E}" presName="childShape" presStyleCnt="0"/>
      <dgm:spPr/>
    </dgm:pt>
    <dgm:pt modelId="{38E303A6-994B-43B5-BED4-A10D3DCE0E58}" type="pres">
      <dgm:prSet presAssocID="{A9642610-9AF3-4E6B-98E6-6D7DDBF7DBE4}" presName="Name13" presStyleLbl="parChTrans1D2" presStyleIdx="1" presStyleCnt="4"/>
      <dgm:spPr/>
    </dgm:pt>
    <dgm:pt modelId="{3F891E15-0171-4CB8-B4CC-4CE48EE80028}" type="pres">
      <dgm:prSet presAssocID="{9CC884FC-07E4-47DB-98E8-331564A9D46F}" presName="childText" presStyleLbl="bgAcc1" presStyleIdx="1" presStyleCnt="4">
        <dgm:presLayoutVars>
          <dgm:bulletEnabled val="1"/>
        </dgm:presLayoutVars>
      </dgm:prSet>
      <dgm:spPr/>
    </dgm:pt>
    <dgm:pt modelId="{137963CD-FE36-490D-8B67-9CA14048D6D9}" type="pres">
      <dgm:prSet presAssocID="{BDC51F63-60AA-44B5-AA94-B984319AEF27}" presName="root" presStyleCnt="0"/>
      <dgm:spPr/>
    </dgm:pt>
    <dgm:pt modelId="{A8807F74-087F-4223-9F65-37796F4E2A0A}" type="pres">
      <dgm:prSet presAssocID="{BDC51F63-60AA-44B5-AA94-B984319AEF27}" presName="rootComposite" presStyleCnt="0"/>
      <dgm:spPr/>
    </dgm:pt>
    <dgm:pt modelId="{0B15B3A8-237B-4617-A72E-7ED2A62BE8C0}" type="pres">
      <dgm:prSet presAssocID="{BDC51F63-60AA-44B5-AA94-B984319AEF27}" presName="rootText" presStyleLbl="node1" presStyleIdx="2" presStyleCnt="3"/>
      <dgm:spPr/>
    </dgm:pt>
    <dgm:pt modelId="{37FECA5E-6D31-417A-A180-6DF45BF85070}" type="pres">
      <dgm:prSet presAssocID="{BDC51F63-60AA-44B5-AA94-B984319AEF27}" presName="rootConnector" presStyleLbl="node1" presStyleIdx="2" presStyleCnt="3"/>
      <dgm:spPr/>
    </dgm:pt>
    <dgm:pt modelId="{A6EA40EC-98A2-4632-8CE7-D00B9217F3D2}" type="pres">
      <dgm:prSet presAssocID="{BDC51F63-60AA-44B5-AA94-B984319AEF27}" presName="childShape" presStyleCnt="0"/>
      <dgm:spPr/>
    </dgm:pt>
    <dgm:pt modelId="{C4638FF7-8C01-418C-82C0-84C4BE093208}" type="pres">
      <dgm:prSet presAssocID="{62C63671-82C6-48F4-92E5-952E8E31A8F9}" presName="Name13" presStyleLbl="parChTrans1D2" presStyleIdx="2" presStyleCnt="4"/>
      <dgm:spPr/>
    </dgm:pt>
    <dgm:pt modelId="{71CCB269-A500-494D-9C3F-A90606FE0057}" type="pres">
      <dgm:prSet presAssocID="{D2493D74-C90E-4684-8EA3-502C421FF300}" presName="childText" presStyleLbl="bgAcc1" presStyleIdx="2" presStyleCnt="4">
        <dgm:presLayoutVars>
          <dgm:bulletEnabled val="1"/>
        </dgm:presLayoutVars>
      </dgm:prSet>
      <dgm:spPr/>
    </dgm:pt>
    <dgm:pt modelId="{8A639D0D-F7B7-4D1D-8172-256464A2A0E4}" type="pres">
      <dgm:prSet presAssocID="{ECA23866-C99F-46E1-A6CA-43A2806A1FEE}" presName="Name13" presStyleLbl="parChTrans1D2" presStyleIdx="3" presStyleCnt="4"/>
      <dgm:spPr/>
    </dgm:pt>
    <dgm:pt modelId="{DF76E96B-4EAC-4E10-B626-B79A95886196}" type="pres">
      <dgm:prSet presAssocID="{6E6100B0-D072-44F9-87D8-8A019830052E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CB1FF804-3978-401F-BFD6-6A4A25E0E3E3}" type="presOf" srcId="{8EAD0D69-94C7-4441-A5E1-66CC8A765B1E}" destId="{F62DD632-2B5D-4118-9FAD-1BB300EDA2C2}" srcOrd="1" destOrd="0" presId="urn:microsoft.com/office/officeart/2005/8/layout/hierarchy3"/>
    <dgm:cxn modelId="{B39BE32F-A81C-4417-811A-F4DCDE516136}" type="presOf" srcId="{7865884F-3A3E-44A7-959C-F6F36FED5DA1}" destId="{4BB6EAB7-985E-4ADA-9A0C-820B529CE05B}" srcOrd="0" destOrd="0" presId="urn:microsoft.com/office/officeart/2005/8/layout/hierarchy3"/>
    <dgm:cxn modelId="{087FEB3D-C21F-4F78-80C6-F55EC48E3BB5}" type="presOf" srcId="{CC50447B-96E4-4FE3-83F8-42B2B49CCE6F}" destId="{32415786-31B3-4C6F-9E35-BA96631678C3}" srcOrd="0" destOrd="0" presId="urn:microsoft.com/office/officeart/2005/8/layout/hierarchy3"/>
    <dgm:cxn modelId="{5A3D3868-037D-4A57-81F1-970C19557D40}" type="presOf" srcId="{218584E7-64EF-42F6-BF5F-3D3D64D3E5AE}" destId="{EC2C88F4-E29A-4974-BC47-A89563311D1B}" srcOrd="0" destOrd="0" presId="urn:microsoft.com/office/officeart/2005/8/layout/hierarchy3"/>
    <dgm:cxn modelId="{ECB6F04C-2678-4768-9513-A39A465A85E2}" type="presOf" srcId="{ECA23866-C99F-46E1-A6CA-43A2806A1FEE}" destId="{8A639D0D-F7B7-4D1D-8172-256464A2A0E4}" srcOrd="0" destOrd="0" presId="urn:microsoft.com/office/officeart/2005/8/layout/hierarchy3"/>
    <dgm:cxn modelId="{D77A6976-4428-46CD-8DD3-D2BFFDD570CB}" type="presOf" srcId="{A9642610-9AF3-4E6B-98E6-6D7DDBF7DBE4}" destId="{38E303A6-994B-43B5-BED4-A10D3DCE0E58}" srcOrd="0" destOrd="0" presId="urn:microsoft.com/office/officeart/2005/8/layout/hierarchy3"/>
    <dgm:cxn modelId="{F83E9F79-BC40-4E22-8F33-571946C8B2F4}" srcId="{218584E7-64EF-42F6-BF5F-3D3D64D3E5AE}" destId="{BDC51F63-60AA-44B5-AA94-B984319AEF27}" srcOrd="2" destOrd="0" parTransId="{FD4E5606-BA97-4A04-89F0-2E3AEF781037}" sibTransId="{79265133-B893-4D23-9176-D4588F2DC0CF}"/>
    <dgm:cxn modelId="{91B6F489-8237-421C-BD61-CEB55F90FD01}" type="presOf" srcId="{6E6100B0-D072-44F9-87D8-8A019830052E}" destId="{DF76E96B-4EAC-4E10-B626-B79A95886196}" srcOrd="0" destOrd="0" presId="urn:microsoft.com/office/officeart/2005/8/layout/hierarchy3"/>
    <dgm:cxn modelId="{372A9E94-C6E9-41D7-B4AC-5927540FC2BF}" srcId="{218584E7-64EF-42F6-BF5F-3D3D64D3E5AE}" destId="{8EAD0D69-94C7-4441-A5E1-66CC8A765B1E}" srcOrd="1" destOrd="0" parTransId="{7623252A-8821-40E2-B02A-82C57A0DC224}" sibTransId="{CA605ACD-DC2C-4769-B92B-615FB03C489B}"/>
    <dgm:cxn modelId="{7F1DBF98-7331-46A3-8BC3-B205E012B416}" type="presOf" srcId="{8EAD0D69-94C7-4441-A5E1-66CC8A765B1E}" destId="{FC9378AB-3530-474C-BD51-650973AE5F72}" srcOrd="0" destOrd="0" presId="urn:microsoft.com/office/officeart/2005/8/layout/hierarchy3"/>
    <dgm:cxn modelId="{67D4CB98-F77B-41CE-A32E-10007B83C28D}" srcId="{8EAD0D69-94C7-4441-A5E1-66CC8A765B1E}" destId="{9CC884FC-07E4-47DB-98E8-331564A9D46F}" srcOrd="0" destOrd="0" parTransId="{A9642610-9AF3-4E6B-98E6-6D7DDBF7DBE4}" sibTransId="{4EAF2CEA-05A7-46D6-99B1-ECA70B9FD875}"/>
    <dgm:cxn modelId="{72EB9E99-C3BE-42C4-8893-116D50AE400C}" type="presOf" srcId="{BDC51F63-60AA-44B5-AA94-B984319AEF27}" destId="{0B15B3A8-237B-4617-A72E-7ED2A62BE8C0}" srcOrd="0" destOrd="0" presId="urn:microsoft.com/office/officeart/2005/8/layout/hierarchy3"/>
    <dgm:cxn modelId="{68275EB6-C23A-4A60-B57D-5AF7717F584C}" srcId="{218584E7-64EF-42F6-BF5F-3D3D64D3E5AE}" destId="{7865884F-3A3E-44A7-959C-F6F36FED5DA1}" srcOrd="0" destOrd="0" parTransId="{930D404D-31AC-4E0D-9C32-9D32EF884323}" sibTransId="{2216F1F8-F7F2-4FB3-A277-2114C2759EDE}"/>
    <dgm:cxn modelId="{573A58B8-66A7-4D39-BE94-C1F251529E11}" type="presOf" srcId="{BDC51F63-60AA-44B5-AA94-B984319AEF27}" destId="{37FECA5E-6D31-417A-A180-6DF45BF85070}" srcOrd="1" destOrd="0" presId="urn:microsoft.com/office/officeart/2005/8/layout/hierarchy3"/>
    <dgm:cxn modelId="{AD917BBD-E48E-424A-B2C8-F67E559B25BA}" type="presOf" srcId="{62C63671-82C6-48F4-92E5-952E8E31A8F9}" destId="{C4638FF7-8C01-418C-82C0-84C4BE093208}" srcOrd="0" destOrd="0" presId="urn:microsoft.com/office/officeart/2005/8/layout/hierarchy3"/>
    <dgm:cxn modelId="{29D4ADBE-5D34-4D01-8D15-8F910F267E7E}" type="presOf" srcId="{D2493D74-C90E-4684-8EA3-502C421FF300}" destId="{71CCB269-A500-494D-9C3F-A90606FE0057}" srcOrd="0" destOrd="0" presId="urn:microsoft.com/office/officeart/2005/8/layout/hierarchy3"/>
    <dgm:cxn modelId="{4A4992C6-3C34-45DC-A214-02AD9235C9C8}" type="presOf" srcId="{7865884F-3A3E-44A7-959C-F6F36FED5DA1}" destId="{D5E4A774-C882-4C27-9082-6D4C597BDC87}" srcOrd="1" destOrd="0" presId="urn:microsoft.com/office/officeart/2005/8/layout/hierarchy3"/>
    <dgm:cxn modelId="{A184D9C6-245B-47A7-A065-D8364091AB29}" srcId="{BDC51F63-60AA-44B5-AA94-B984319AEF27}" destId="{6E6100B0-D072-44F9-87D8-8A019830052E}" srcOrd="1" destOrd="0" parTransId="{ECA23866-C99F-46E1-A6CA-43A2806A1FEE}" sibTransId="{20D1809F-3FA7-4A17-8213-3D501D06D726}"/>
    <dgm:cxn modelId="{968D2ECF-EF40-419E-82F8-CB6014404AD4}" srcId="{7865884F-3A3E-44A7-959C-F6F36FED5DA1}" destId="{CC50447B-96E4-4FE3-83F8-42B2B49CCE6F}" srcOrd="0" destOrd="0" parTransId="{4D41167D-DE7E-49A9-8021-C3DB8A3ED3F3}" sibTransId="{A48A1D14-69A3-4E75-B60C-29A6DBD4538B}"/>
    <dgm:cxn modelId="{4F5930D5-63F3-45DB-8384-43EE0DA611AB}" type="presOf" srcId="{9CC884FC-07E4-47DB-98E8-331564A9D46F}" destId="{3F891E15-0171-4CB8-B4CC-4CE48EE80028}" srcOrd="0" destOrd="0" presId="urn:microsoft.com/office/officeart/2005/8/layout/hierarchy3"/>
    <dgm:cxn modelId="{CBC700DC-4067-4D2F-98F0-33BC29A031C0}" type="presOf" srcId="{4D41167D-DE7E-49A9-8021-C3DB8A3ED3F3}" destId="{6C0CADA2-3122-47D0-858A-29950FE96D48}" srcOrd="0" destOrd="0" presId="urn:microsoft.com/office/officeart/2005/8/layout/hierarchy3"/>
    <dgm:cxn modelId="{5705E5F7-0251-4326-BE0D-D9F33F35AE45}" srcId="{BDC51F63-60AA-44B5-AA94-B984319AEF27}" destId="{D2493D74-C90E-4684-8EA3-502C421FF300}" srcOrd="0" destOrd="0" parTransId="{62C63671-82C6-48F4-92E5-952E8E31A8F9}" sibTransId="{D4879811-345C-443A-98A4-C9013A9D12E9}"/>
    <dgm:cxn modelId="{AC6F6992-EDC1-4C65-9AD9-9ADF3E77E5CA}" type="presParOf" srcId="{EC2C88F4-E29A-4974-BC47-A89563311D1B}" destId="{78B5EBE0-06DD-49BD-8E6C-AAC50438A7E0}" srcOrd="0" destOrd="0" presId="urn:microsoft.com/office/officeart/2005/8/layout/hierarchy3"/>
    <dgm:cxn modelId="{41CE2FBB-7F80-4DF1-836E-41BA337C57A8}" type="presParOf" srcId="{78B5EBE0-06DD-49BD-8E6C-AAC50438A7E0}" destId="{2A70C7A8-7CC9-4555-95BB-90648E4AA2D9}" srcOrd="0" destOrd="0" presId="urn:microsoft.com/office/officeart/2005/8/layout/hierarchy3"/>
    <dgm:cxn modelId="{4DC1C278-9286-4D30-BC1D-CEA428E2A183}" type="presParOf" srcId="{2A70C7A8-7CC9-4555-95BB-90648E4AA2D9}" destId="{4BB6EAB7-985E-4ADA-9A0C-820B529CE05B}" srcOrd="0" destOrd="0" presId="urn:microsoft.com/office/officeart/2005/8/layout/hierarchy3"/>
    <dgm:cxn modelId="{238AACC6-0B5A-489C-8286-008AD8D5F5B0}" type="presParOf" srcId="{2A70C7A8-7CC9-4555-95BB-90648E4AA2D9}" destId="{D5E4A774-C882-4C27-9082-6D4C597BDC87}" srcOrd="1" destOrd="0" presId="urn:microsoft.com/office/officeart/2005/8/layout/hierarchy3"/>
    <dgm:cxn modelId="{588172C4-3BD3-4E15-BD1C-01D934840AF3}" type="presParOf" srcId="{78B5EBE0-06DD-49BD-8E6C-AAC50438A7E0}" destId="{4B0B27EC-C5FF-40A1-853E-CF2575615156}" srcOrd="1" destOrd="0" presId="urn:microsoft.com/office/officeart/2005/8/layout/hierarchy3"/>
    <dgm:cxn modelId="{9B69E7D4-81ED-4930-ABF9-E096AFB1A474}" type="presParOf" srcId="{4B0B27EC-C5FF-40A1-853E-CF2575615156}" destId="{6C0CADA2-3122-47D0-858A-29950FE96D48}" srcOrd="0" destOrd="0" presId="urn:microsoft.com/office/officeart/2005/8/layout/hierarchy3"/>
    <dgm:cxn modelId="{01F66E19-831E-4127-84C6-18753CDA22A0}" type="presParOf" srcId="{4B0B27EC-C5FF-40A1-853E-CF2575615156}" destId="{32415786-31B3-4C6F-9E35-BA96631678C3}" srcOrd="1" destOrd="0" presId="urn:microsoft.com/office/officeart/2005/8/layout/hierarchy3"/>
    <dgm:cxn modelId="{F9655B45-2825-4DB2-8F75-F9FA42B287F7}" type="presParOf" srcId="{EC2C88F4-E29A-4974-BC47-A89563311D1B}" destId="{F1630783-DA9B-4795-8E9A-494896924BE8}" srcOrd="1" destOrd="0" presId="urn:microsoft.com/office/officeart/2005/8/layout/hierarchy3"/>
    <dgm:cxn modelId="{48C5BF7B-8CA9-4B37-B68E-BAF8D6E91E3F}" type="presParOf" srcId="{F1630783-DA9B-4795-8E9A-494896924BE8}" destId="{643A9B17-EE16-40B5-B7DD-B3CCA8C5DD9D}" srcOrd="0" destOrd="0" presId="urn:microsoft.com/office/officeart/2005/8/layout/hierarchy3"/>
    <dgm:cxn modelId="{3B29A80E-8301-4DEB-B471-A8541C184656}" type="presParOf" srcId="{643A9B17-EE16-40B5-B7DD-B3CCA8C5DD9D}" destId="{FC9378AB-3530-474C-BD51-650973AE5F72}" srcOrd="0" destOrd="0" presId="urn:microsoft.com/office/officeart/2005/8/layout/hierarchy3"/>
    <dgm:cxn modelId="{2D29FC87-B266-40E8-85D2-F9E2F463013D}" type="presParOf" srcId="{643A9B17-EE16-40B5-B7DD-B3CCA8C5DD9D}" destId="{F62DD632-2B5D-4118-9FAD-1BB300EDA2C2}" srcOrd="1" destOrd="0" presId="urn:microsoft.com/office/officeart/2005/8/layout/hierarchy3"/>
    <dgm:cxn modelId="{CA32043E-E8F0-4E8A-8062-B4CC8BDF71EE}" type="presParOf" srcId="{F1630783-DA9B-4795-8E9A-494896924BE8}" destId="{CA131EEB-F3FD-49B5-A20C-74946B45FDDB}" srcOrd="1" destOrd="0" presId="urn:microsoft.com/office/officeart/2005/8/layout/hierarchy3"/>
    <dgm:cxn modelId="{BE3C6EAD-C52C-4475-98A4-76A49E1D1CBB}" type="presParOf" srcId="{CA131EEB-F3FD-49B5-A20C-74946B45FDDB}" destId="{38E303A6-994B-43B5-BED4-A10D3DCE0E58}" srcOrd="0" destOrd="0" presId="urn:microsoft.com/office/officeart/2005/8/layout/hierarchy3"/>
    <dgm:cxn modelId="{0EFB6AE8-960F-42A1-8D23-50816B942292}" type="presParOf" srcId="{CA131EEB-F3FD-49B5-A20C-74946B45FDDB}" destId="{3F891E15-0171-4CB8-B4CC-4CE48EE80028}" srcOrd="1" destOrd="0" presId="urn:microsoft.com/office/officeart/2005/8/layout/hierarchy3"/>
    <dgm:cxn modelId="{C3F257F8-05F5-4C26-8395-E010FC573D73}" type="presParOf" srcId="{EC2C88F4-E29A-4974-BC47-A89563311D1B}" destId="{137963CD-FE36-490D-8B67-9CA14048D6D9}" srcOrd="2" destOrd="0" presId="urn:microsoft.com/office/officeart/2005/8/layout/hierarchy3"/>
    <dgm:cxn modelId="{7D0A3CBF-2DD7-4FBD-8731-77F69FACF8DE}" type="presParOf" srcId="{137963CD-FE36-490D-8B67-9CA14048D6D9}" destId="{A8807F74-087F-4223-9F65-37796F4E2A0A}" srcOrd="0" destOrd="0" presId="urn:microsoft.com/office/officeart/2005/8/layout/hierarchy3"/>
    <dgm:cxn modelId="{4C9C0551-E49B-43DA-8F7B-40794D8F331F}" type="presParOf" srcId="{A8807F74-087F-4223-9F65-37796F4E2A0A}" destId="{0B15B3A8-237B-4617-A72E-7ED2A62BE8C0}" srcOrd="0" destOrd="0" presId="urn:microsoft.com/office/officeart/2005/8/layout/hierarchy3"/>
    <dgm:cxn modelId="{D7434E53-F1D8-4908-9FF1-971B138C4572}" type="presParOf" srcId="{A8807F74-087F-4223-9F65-37796F4E2A0A}" destId="{37FECA5E-6D31-417A-A180-6DF45BF85070}" srcOrd="1" destOrd="0" presId="urn:microsoft.com/office/officeart/2005/8/layout/hierarchy3"/>
    <dgm:cxn modelId="{025FBFDC-1DB7-491B-A10F-41A479F181A9}" type="presParOf" srcId="{137963CD-FE36-490D-8B67-9CA14048D6D9}" destId="{A6EA40EC-98A2-4632-8CE7-D00B9217F3D2}" srcOrd="1" destOrd="0" presId="urn:microsoft.com/office/officeart/2005/8/layout/hierarchy3"/>
    <dgm:cxn modelId="{DED2EB96-C661-4A7B-8698-7F37ED20116B}" type="presParOf" srcId="{A6EA40EC-98A2-4632-8CE7-D00B9217F3D2}" destId="{C4638FF7-8C01-418C-82C0-84C4BE093208}" srcOrd="0" destOrd="0" presId="urn:microsoft.com/office/officeart/2005/8/layout/hierarchy3"/>
    <dgm:cxn modelId="{FDE6B412-8E05-44F6-95D2-6E5FB28D7F57}" type="presParOf" srcId="{A6EA40EC-98A2-4632-8CE7-D00B9217F3D2}" destId="{71CCB269-A500-494D-9C3F-A90606FE0057}" srcOrd="1" destOrd="0" presId="urn:microsoft.com/office/officeart/2005/8/layout/hierarchy3"/>
    <dgm:cxn modelId="{7AC9E15C-7FE4-49B8-96C6-02409AF0FA36}" type="presParOf" srcId="{A6EA40EC-98A2-4632-8CE7-D00B9217F3D2}" destId="{8A639D0D-F7B7-4D1D-8172-256464A2A0E4}" srcOrd="2" destOrd="0" presId="urn:microsoft.com/office/officeart/2005/8/layout/hierarchy3"/>
    <dgm:cxn modelId="{9FEFAA99-AEE7-409C-913C-E79D25CD5D8F}" type="presParOf" srcId="{A6EA40EC-98A2-4632-8CE7-D00B9217F3D2}" destId="{DF76E96B-4EAC-4E10-B626-B79A95886196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56B9CB2-94F2-494B-8D0D-61CB65C5B98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A15FC6A-0150-416E-8A8E-0E32DC50B77F}">
      <dgm:prSet/>
      <dgm:spPr/>
      <dgm:t>
        <a:bodyPr/>
        <a:lstStyle/>
        <a:p>
          <a:r>
            <a:rPr lang="en-IN" b="1"/>
            <a:t>Components:</a:t>
          </a:r>
          <a:endParaRPr lang="en-US"/>
        </a:p>
      </dgm:t>
    </dgm:pt>
    <dgm:pt modelId="{8006B3E5-3166-4AFB-A51A-FA3105A5C245}" type="parTrans" cxnId="{E67E0C7D-C72E-4A08-B8A6-19BE8A89F5EA}">
      <dgm:prSet/>
      <dgm:spPr/>
      <dgm:t>
        <a:bodyPr/>
        <a:lstStyle/>
        <a:p>
          <a:endParaRPr lang="en-US"/>
        </a:p>
      </dgm:t>
    </dgm:pt>
    <dgm:pt modelId="{645B7160-2776-4CE2-AFFF-1D55A2C305C6}" type="sibTrans" cxnId="{E67E0C7D-C72E-4A08-B8A6-19BE8A89F5EA}">
      <dgm:prSet/>
      <dgm:spPr/>
      <dgm:t>
        <a:bodyPr/>
        <a:lstStyle/>
        <a:p>
          <a:endParaRPr lang="en-US"/>
        </a:p>
      </dgm:t>
    </dgm:pt>
    <dgm:pt modelId="{03CCDB63-D586-4E1E-9A30-E4011F578135}">
      <dgm:prSet/>
      <dgm:spPr/>
      <dgm:t>
        <a:bodyPr/>
        <a:lstStyle/>
        <a:p>
          <a:r>
            <a:rPr lang="en-IN"/>
            <a:t>Ideal Torque Source (motor input)</a:t>
          </a:r>
          <a:endParaRPr lang="en-US"/>
        </a:p>
      </dgm:t>
    </dgm:pt>
    <dgm:pt modelId="{6AC15020-C7FC-4133-8E77-604F5F91FAEC}" type="parTrans" cxnId="{EBA78F66-5FD7-4E70-B0A0-05D46846B04A}">
      <dgm:prSet/>
      <dgm:spPr/>
      <dgm:t>
        <a:bodyPr/>
        <a:lstStyle/>
        <a:p>
          <a:endParaRPr lang="en-US"/>
        </a:p>
      </dgm:t>
    </dgm:pt>
    <dgm:pt modelId="{94F7A960-27AD-4165-8185-04FBC065C1C2}" type="sibTrans" cxnId="{EBA78F66-5FD7-4E70-B0A0-05D46846B04A}">
      <dgm:prSet/>
      <dgm:spPr/>
      <dgm:t>
        <a:bodyPr/>
        <a:lstStyle/>
        <a:p>
          <a:endParaRPr lang="en-US"/>
        </a:p>
      </dgm:t>
    </dgm:pt>
    <dgm:pt modelId="{CF6AF7CB-992F-422B-A3F2-4BC234E15A95}">
      <dgm:prSet/>
      <dgm:spPr/>
      <dgm:t>
        <a:bodyPr/>
        <a:lstStyle/>
        <a:p>
          <a:r>
            <a:rPr lang="en-IN"/>
            <a:t>Rotational Spring &amp; Damper (shaft stiffness &amp; damping)</a:t>
          </a:r>
          <a:endParaRPr lang="en-US"/>
        </a:p>
      </dgm:t>
    </dgm:pt>
    <dgm:pt modelId="{F474DE1B-B3DF-4110-88FA-AFF9F34AB915}" type="parTrans" cxnId="{9DDE9642-16AE-4FAF-B24F-499428F72D6F}">
      <dgm:prSet/>
      <dgm:spPr/>
      <dgm:t>
        <a:bodyPr/>
        <a:lstStyle/>
        <a:p>
          <a:endParaRPr lang="en-US"/>
        </a:p>
      </dgm:t>
    </dgm:pt>
    <dgm:pt modelId="{A82E791D-E82E-4F86-A2B5-2B8E9DD89A09}" type="sibTrans" cxnId="{9DDE9642-16AE-4FAF-B24F-499428F72D6F}">
      <dgm:prSet/>
      <dgm:spPr/>
      <dgm:t>
        <a:bodyPr/>
        <a:lstStyle/>
        <a:p>
          <a:endParaRPr lang="en-US"/>
        </a:p>
      </dgm:t>
    </dgm:pt>
    <dgm:pt modelId="{03FE813D-72F3-4A16-9E95-FCE4779B6954}">
      <dgm:prSet/>
      <dgm:spPr/>
      <dgm:t>
        <a:bodyPr/>
        <a:lstStyle/>
        <a:p>
          <a:r>
            <a:rPr lang="en-IN"/>
            <a:t>Inertia (shaft mass)</a:t>
          </a:r>
          <a:endParaRPr lang="en-US"/>
        </a:p>
      </dgm:t>
    </dgm:pt>
    <dgm:pt modelId="{47758BA3-FDAD-4D73-8E08-EFC7DE4A88FC}" type="parTrans" cxnId="{642F609E-5E1B-43C0-AE92-EDC73B2DAF57}">
      <dgm:prSet/>
      <dgm:spPr/>
      <dgm:t>
        <a:bodyPr/>
        <a:lstStyle/>
        <a:p>
          <a:endParaRPr lang="en-US"/>
        </a:p>
      </dgm:t>
    </dgm:pt>
    <dgm:pt modelId="{C6088D98-B09F-4681-A0E6-FFB1B461E066}" type="sibTrans" cxnId="{642F609E-5E1B-43C0-AE92-EDC73B2DAF57}">
      <dgm:prSet/>
      <dgm:spPr/>
      <dgm:t>
        <a:bodyPr/>
        <a:lstStyle/>
        <a:p>
          <a:endParaRPr lang="en-US"/>
        </a:p>
      </dgm:t>
    </dgm:pt>
    <dgm:pt modelId="{37E41DA6-06DD-4599-BF80-A46659038A74}">
      <dgm:prSet/>
      <dgm:spPr/>
      <dgm:t>
        <a:bodyPr/>
        <a:lstStyle/>
        <a:p>
          <a:r>
            <a:rPr lang="en-IN"/>
            <a:t>Motion &amp; Torque Sensors</a:t>
          </a:r>
          <a:endParaRPr lang="en-US"/>
        </a:p>
      </dgm:t>
    </dgm:pt>
    <dgm:pt modelId="{FF76A505-90FC-48FC-9CF1-1F2CA11C531C}" type="parTrans" cxnId="{78C76207-ACEA-4E01-AC0D-B6FCCA755EB0}">
      <dgm:prSet/>
      <dgm:spPr/>
      <dgm:t>
        <a:bodyPr/>
        <a:lstStyle/>
        <a:p>
          <a:endParaRPr lang="en-US"/>
        </a:p>
      </dgm:t>
    </dgm:pt>
    <dgm:pt modelId="{CBE02003-02E4-4601-9CF1-817C28114203}" type="sibTrans" cxnId="{78C76207-ACEA-4E01-AC0D-B6FCCA755EB0}">
      <dgm:prSet/>
      <dgm:spPr/>
      <dgm:t>
        <a:bodyPr/>
        <a:lstStyle/>
        <a:p>
          <a:endParaRPr lang="en-US"/>
        </a:p>
      </dgm:t>
    </dgm:pt>
    <dgm:pt modelId="{3743546D-2961-49F7-BA72-0C64CD7112F5}">
      <dgm:prSet/>
      <dgm:spPr/>
      <dgm:t>
        <a:bodyPr/>
        <a:lstStyle/>
        <a:p>
          <a:r>
            <a:rPr lang="en-IN"/>
            <a:t>Mechanical Reference + Solver Configuration</a:t>
          </a:r>
          <a:endParaRPr lang="en-US"/>
        </a:p>
      </dgm:t>
    </dgm:pt>
    <dgm:pt modelId="{E3A1632C-27B8-4B12-B61B-00F0B17D6473}" type="parTrans" cxnId="{011E025D-5D64-41A3-A471-B5C90078EF39}">
      <dgm:prSet/>
      <dgm:spPr/>
      <dgm:t>
        <a:bodyPr/>
        <a:lstStyle/>
        <a:p>
          <a:endParaRPr lang="en-US"/>
        </a:p>
      </dgm:t>
    </dgm:pt>
    <dgm:pt modelId="{76EA08A0-A142-459A-8A7E-DB4CB6F40E03}" type="sibTrans" cxnId="{011E025D-5D64-41A3-A471-B5C90078EF39}">
      <dgm:prSet/>
      <dgm:spPr/>
      <dgm:t>
        <a:bodyPr/>
        <a:lstStyle/>
        <a:p>
          <a:endParaRPr lang="en-US"/>
        </a:p>
      </dgm:t>
    </dgm:pt>
    <dgm:pt modelId="{99F620B6-F9D1-4B26-B9A8-EE5563AD4D6E}">
      <dgm:prSet/>
      <dgm:spPr/>
      <dgm:t>
        <a:bodyPr/>
        <a:lstStyle/>
        <a:p>
          <a:r>
            <a:rPr lang="en-IN" b="1"/>
            <a:t>Outputs:</a:t>
          </a:r>
          <a:endParaRPr lang="en-US"/>
        </a:p>
      </dgm:t>
    </dgm:pt>
    <dgm:pt modelId="{EB4D2CD7-FE74-47F0-A82F-8B5061D7AD04}" type="parTrans" cxnId="{782F327C-76CA-4930-981E-EE398FD79D17}">
      <dgm:prSet/>
      <dgm:spPr/>
      <dgm:t>
        <a:bodyPr/>
        <a:lstStyle/>
        <a:p>
          <a:endParaRPr lang="en-US"/>
        </a:p>
      </dgm:t>
    </dgm:pt>
    <dgm:pt modelId="{8CB58B3E-E323-43EA-81F5-E45EBA613DFF}" type="sibTrans" cxnId="{782F327C-76CA-4930-981E-EE398FD79D17}">
      <dgm:prSet/>
      <dgm:spPr/>
      <dgm:t>
        <a:bodyPr/>
        <a:lstStyle/>
        <a:p>
          <a:endParaRPr lang="en-US"/>
        </a:p>
      </dgm:t>
    </dgm:pt>
    <dgm:pt modelId="{1F4265B8-6819-45DD-90C1-83C300DE7DBB}">
      <dgm:prSet/>
      <dgm:spPr/>
      <dgm:t>
        <a:bodyPr/>
        <a:lstStyle/>
        <a:p>
          <a:r>
            <a:rPr lang="en-IN"/>
            <a:t>Torque signal → out.torque_out</a:t>
          </a:r>
          <a:endParaRPr lang="en-US"/>
        </a:p>
      </dgm:t>
    </dgm:pt>
    <dgm:pt modelId="{20113ED2-7D44-40EE-A02F-1C42454C0961}" type="parTrans" cxnId="{DB15CA2D-1C11-4AA6-8DF1-D219C75360E0}">
      <dgm:prSet/>
      <dgm:spPr/>
      <dgm:t>
        <a:bodyPr/>
        <a:lstStyle/>
        <a:p>
          <a:endParaRPr lang="en-US"/>
        </a:p>
      </dgm:t>
    </dgm:pt>
    <dgm:pt modelId="{05A320A9-901A-4141-B485-636C921B2B47}" type="sibTrans" cxnId="{DB15CA2D-1C11-4AA6-8DF1-D219C75360E0}">
      <dgm:prSet/>
      <dgm:spPr/>
      <dgm:t>
        <a:bodyPr/>
        <a:lstStyle/>
        <a:p>
          <a:endParaRPr lang="en-US"/>
        </a:p>
      </dgm:t>
    </dgm:pt>
    <dgm:pt modelId="{359256B9-2970-47ED-A578-D0AF6A74C08D}">
      <dgm:prSet/>
      <dgm:spPr/>
      <dgm:t>
        <a:bodyPr/>
        <a:lstStyle/>
        <a:p>
          <a:r>
            <a:rPr lang="en-IN"/>
            <a:t>Angular velocity → out.omega_out</a:t>
          </a:r>
          <a:endParaRPr lang="en-US"/>
        </a:p>
      </dgm:t>
    </dgm:pt>
    <dgm:pt modelId="{9FC7E49F-D681-4C37-8DE5-F900D7AB82D2}" type="parTrans" cxnId="{F707A2A7-8B46-4490-BA45-88CA539BC1FA}">
      <dgm:prSet/>
      <dgm:spPr/>
      <dgm:t>
        <a:bodyPr/>
        <a:lstStyle/>
        <a:p>
          <a:endParaRPr lang="en-US"/>
        </a:p>
      </dgm:t>
    </dgm:pt>
    <dgm:pt modelId="{6ADE7147-1E78-4464-A122-F940921F1DDF}" type="sibTrans" cxnId="{F707A2A7-8B46-4490-BA45-88CA539BC1FA}">
      <dgm:prSet/>
      <dgm:spPr/>
      <dgm:t>
        <a:bodyPr/>
        <a:lstStyle/>
        <a:p>
          <a:endParaRPr lang="en-US"/>
        </a:p>
      </dgm:t>
    </dgm:pt>
    <dgm:pt modelId="{A326DDB0-9DBD-4F3A-8249-36F0866C56A7}">
      <dgm:prSet/>
      <dgm:spPr/>
      <dgm:t>
        <a:bodyPr/>
        <a:lstStyle/>
        <a:p>
          <a:r>
            <a:rPr lang="en-IN"/>
            <a:t>Vibration signal → out.vibration_signal</a:t>
          </a:r>
          <a:endParaRPr lang="en-US"/>
        </a:p>
      </dgm:t>
    </dgm:pt>
    <dgm:pt modelId="{F85643B9-A7FF-4372-B8ED-0789E3EE3E9A}" type="parTrans" cxnId="{0253303C-131F-4B7F-A125-88C6C023F0D4}">
      <dgm:prSet/>
      <dgm:spPr/>
      <dgm:t>
        <a:bodyPr/>
        <a:lstStyle/>
        <a:p>
          <a:endParaRPr lang="en-US"/>
        </a:p>
      </dgm:t>
    </dgm:pt>
    <dgm:pt modelId="{BB4014B4-A2FF-4261-9512-567D23690BE7}" type="sibTrans" cxnId="{0253303C-131F-4B7F-A125-88C6C023F0D4}">
      <dgm:prSet/>
      <dgm:spPr/>
      <dgm:t>
        <a:bodyPr/>
        <a:lstStyle/>
        <a:p>
          <a:endParaRPr lang="en-US"/>
        </a:p>
      </dgm:t>
    </dgm:pt>
    <dgm:pt modelId="{EADCBF98-43B9-44DE-B63D-47FA9D74ADEE}">
      <dgm:prSet/>
      <dgm:spPr/>
      <dgm:t>
        <a:bodyPr/>
        <a:lstStyle/>
        <a:p>
          <a:r>
            <a:rPr lang="en-IN" b="1"/>
            <a:t>Result (Healthy Condition):</a:t>
          </a:r>
          <a:endParaRPr lang="en-US"/>
        </a:p>
      </dgm:t>
    </dgm:pt>
    <dgm:pt modelId="{CE6DDDC6-09DE-48F5-BD32-50BAA5EEC6D8}" type="parTrans" cxnId="{48D7536B-7F65-4C22-81DE-1E4D67C1F1B0}">
      <dgm:prSet/>
      <dgm:spPr/>
      <dgm:t>
        <a:bodyPr/>
        <a:lstStyle/>
        <a:p>
          <a:endParaRPr lang="en-US"/>
        </a:p>
      </dgm:t>
    </dgm:pt>
    <dgm:pt modelId="{15B6857E-F9D4-4FBF-9A9D-D9B01A7F03D6}" type="sibTrans" cxnId="{48D7536B-7F65-4C22-81DE-1E4D67C1F1B0}">
      <dgm:prSet/>
      <dgm:spPr/>
      <dgm:t>
        <a:bodyPr/>
        <a:lstStyle/>
        <a:p>
          <a:endParaRPr lang="en-US"/>
        </a:p>
      </dgm:t>
    </dgm:pt>
    <dgm:pt modelId="{D753AE4D-5E22-4CE3-B8E3-6CF7D1C357E3}">
      <dgm:prSet/>
      <dgm:spPr/>
      <dgm:t>
        <a:bodyPr/>
        <a:lstStyle/>
        <a:p>
          <a:r>
            <a:rPr lang="en-IN"/>
            <a:t>Smooth acceleration to steady-state speed.</a:t>
          </a:r>
          <a:endParaRPr lang="en-US"/>
        </a:p>
      </dgm:t>
    </dgm:pt>
    <dgm:pt modelId="{B78E6CDA-DFFC-43F9-984C-3B3168654F07}" type="parTrans" cxnId="{352EF23D-2FDD-46BB-8E65-254F6ECCB270}">
      <dgm:prSet/>
      <dgm:spPr/>
      <dgm:t>
        <a:bodyPr/>
        <a:lstStyle/>
        <a:p>
          <a:endParaRPr lang="en-US"/>
        </a:p>
      </dgm:t>
    </dgm:pt>
    <dgm:pt modelId="{00FF3EC4-154C-4B76-8445-284AA5F9A536}" type="sibTrans" cxnId="{352EF23D-2FDD-46BB-8E65-254F6ECCB270}">
      <dgm:prSet/>
      <dgm:spPr/>
      <dgm:t>
        <a:bodyPr/>
        <a:lstStyle/>
        <a:p>
          <a:endParaRPr lang="en-US"/>
        </a:p>
      </dgm:t>
    </dgm:pt>
    <dgm:pt modelId="{AFD2F5B0-030E-46E6-8AA8-29E732D88278}">
      <dgm:prSet/>
      <dgm:spPr/>
      <dgm:t>
        <a:bodyPr/>
        <a:lstStyle/>
        <a:p>
          <a:r>
            <a:rPr lang="en-IN"/>
            <a:t>Torque constant, no oscillations.</a:t>
          </a:r>
          <a:endParaRPr lang="en-US"/>
        </a:p>
      </dgm:t>
    </dgm:pt>
    <dgm:pt modelId="{ABD71F67-961D-4A9D-AEE8-33B7D10C000F}" type="parTrans" cxnId="{DD831DE3-AB38-4F8D-81FA-1AF7A184561B}">
      <dgm:prSet/>
      <dgm:spPr/>
      <dgm:t>
        <a:bodyPr/>
        <a:lstStyle/>
        <a:p>
          <a:endParaRPr lang="en-US"/>
        </a:p>
      </dgm:t>
    </dgm:pt>
    <dgm:pt modelId="{92B73B77-BA50-4181-AF07-0C03DBEA9971}" type="sibTrans" cxnId="{DD831DE3-AB38-4F8D-81FA-1AF7A184561B}">
      <dgm:prSet/>
      <dgm:spPr/>
      <dgm:t>
        <a:bodyPr/>
        <a:lstStyle/>
        <a:p>
          <a:endParaRPr lang="en-US"/>
        </a:p>
      </dgm:t>
    </dgm:pt>
    <dgm:pt modelId="{52C51B22-FAE6-4AFD-B9C5-8640DEFB029C}">
      <dgm:prSet/>
      <dgm:spPr/>
      <dgm:t>
        <a:bodyPr/>
        <a:lstStyle/>
        <a:p>
          <a:r>
            <a:rPr lang="en-IN"/>
            <a:t>Represents stable shaft operation.</a:t>
          </a:r>
          <a:endParaRPr lang="en-US"/>
        </a:p>
      </dgm:t>
    </dgm:pt>
    <dgm:pt modelId="{E9BD3262-049F-4EC1-BC6B-0EAF8D4F4E41}" type="parTrans" cxnId="{A4E9E077-6C4F-4478-A3B3-E483464E2A34}">
      <dgm:prSet/>
      <dgm:spPr/>
      <dgm:t>
        <a:bodyPr/>
        <a:lstStyle/>
        <a:p>
          <a:endParaRPr lang="en-US"/>
        </a:p>
      </dgm:t>
    </dgm:pt>
    <dgm:pt modelId="{4D77227F-0B13-4B05-9246-24F57FB4707F}" type="sibTrans" cxnId="{A4E9E077-6C4F-4478-A3B3-E483464E2A34}">
      <dgm:prSet/>
      <dgm:spPr/>
      <dgm:t>
        <a:bodyPr/>
        <a:lstStyle/>
        <a:p>
          <a:endParaRPr lang="en-US"/>
        </a:p>
      </dgm:t>
    </dgm:pt>
    <dgm:pt modelId="{CEDF7ECD-A7F6-4394-81A1-B58C622A1F60}" type="pres">
      <dgm:prSet presAssocID="{B56B9CB2-94F2-494B-8D0D-61CB65C5B980}" presName="linear" presStyleCnt="0">
        <dgm:presLayoutVars>
          <dgm:dir/>
          <dgm:animLvl val="lvl"/>
          <dgm:resizeHandles val="exact"/>
        </dgm:presLayoutVars>
      </dgm:prSet>
      <dgm:spPr/>
    </dgm:pt>
    <dgm:pt modelId="{E2E3270A-7DD1-4C8A-89E2-9C7ED5868ECC}" type="pres">
      <dgm:prSet presAssocID="{FA15FC6A-0150-416E-8A8E-0E32DC50B77F}" presName="parentLin" presStyleCnt="0"/>
      <dgm:spPr/>
    </dgm:pt>
    <dgm:pt modelId="{A4BDB1AC-35C0-434D-BEB3-1E3E1EDC74A9}" type="pres">
      <dgm:prSet presAssocID="{FA15FC6A-0150-416E-8A8E-0E32DC50B77F}" presName="parentLeftMargin" presStyleLbl="node1" presStyleIdx="0" presStyleCnt="3"/>
      <dgm:spPr/>
    </dgm:pt>
    <dgm:pt modelId="{799D473D-1462-4373-BA83-0A5AFD3A20E7}" type="pres">
      <dgm:prSet presAssocID="{FA15FC6A-0150-416E-8A8E-0E32DC50B77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009E678-2DD3-4D3E-BEA2-399D41F2AFB7}" type="pres">
      <dgm:prSet presAssocID="{FA15FC6A-0150-416E-8A8E-0E32DC50B77F}" presName="negativeSpace" presStyleCnt="0"/>
      <dgm:spPr/>
    </dgm:pt>
    <dgm:pt modelId="{754CCC68-9496-49B5-B605-0B795C3C2EC8}" type="pres">
      <dgm:prSet presAssocID="{FA15FC6A-0150-416E-8A8E-0E32DC50B77F}" presName="childText" presStyleLbl="conFgAcc1" presStyleIdx="0" presStyleCnt="3">
        <dgm:presLayoutVars>
          <dgm:bulletEnabled val="1"/>
        </dgm:presLayoutVars>
      </dgm:prSet>
      <dgm:spPr/>
    </dgm:pt>
    <dgm:pt modelId="{02CFE1F3-7E2A-428A-A1EF-D8B451409542}" type="pres">
      <dgm:prSet presAssocID="{645B7160-2776-4CE2-AFFF-1D55A2C305C6}" presName="spaceBetweenRectangles" presStyleCnt="0"/>
      <dgm:spPr/>
    </dgm:pt>
    <dgm:pt modelId="{DB66BB28-344D-49D5-9877-BA4DE770C8D4}" type="pres">
      <dgm:prSet presAssocID="{99F620B6-F9D1-4B26-B9A8-EE5563AD4D6E}" presName="parentLin" presStyleCnt="0"/>
      <dgm:spPr/>
    </dgm:pt>
    <dgm:pt modelId="{CF333CD2-02B9-46E1-9727-A1E7CA9F6C8A}" type="pres">
      <dgm:prSet presAssocID="{99F620B6-F9D1-4B26-B9A8-EE5563AD4D6E}" presName="parentLeftMargin" presStyleLbl="node1" presStyleIdx="0" presStyleCnt="3"/>
      <dgm:spPr/>
    </dgm:pt>
    <dgm:pt modelId="{45D76845-4CF3-416B-852E-90BB28581AFD}" type="pres">
      <dgm:prSet presAssocID="{99F620B6-F9D1-4B26-B9A8-EE5563AD4D6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4A931FA-ABCE-45FE-BBF4-EAF803F0D39A}" type="pres">
      <dgm:prSet presAssocID="{99F620B6-F9D1-4B26-B9A8-EE5563AD4D6E}" presName="negativeSpace" presStyleCnt="0"/>
      <dgm:spPr/>
    </dgm:pt>
    <dgm:pt modelId="{10AC3978-66FF-40B4-BDF9-E083DCADB4EA}" type="pres">
      <dgm:prSet presAssocID="{99F620B6-F9D1-4B26-B9A8-EE5563AD4D6E}" presName="childText" presStyleLbl="conFgAcc1" presStyleIdx="1" presStyleCnt="3">
        <dgm:presLayoutVars>
          <dgm:bulletEnabled val="1"/>
        </dgm:presLayoutVars>
      </dgm:prSet>
      <dgm:spPr/>
    </dgm:pt>
    <dgm:pt modelId="{399614B8-08F3-49EA-8BA0-E389AC20F8E5}" type="pres">
      <dgm:prSet presAssocID="{8CB58B3E-E323-43EA-81F5-E45EBA613DFF}" presName="spaceBetweenRectangles" presStyleCnt="0"/>
      <dgm:spPr/>
    </dgm:pt>
    <dgm:pt modelId="{14067CC0-FB1D-4DBC-B389-B6B4566A64AA}" type="pres">
      <dgm:prSet presAssocID="{EADCBF98-43B9-44DE-B63D-47FA9D74ADEE}" presName="parentLin" presStyleCnt="0"/>
      <dgm:spPr/>
    </dgm:pt>
    <dgm:pt modelId="{EB0A0589-57D7-4A1C-868E-BE13D2B4113B}" type="pres">
      <dgm:prSet presAssocID="{EADCBF98-43B9-44DE-B63D-47FA9D74ADEE}" presName="parentLeftMargin" presStyleLbl="node1" presStyleIdx="1" presStyleCnt="3"/>
      <dgm:spPr/>
    </dgm:pt>
    <dgm:pt modelId="{B488EB5A-869C-4283-BC39-80CED8EA59F0}" type="pres">
      <dgm:prSet presAssocID="{EADCBF98-43B9-44DE-B63D-47FA9D74ADE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1474965-2A68-4404-8C5F-D25DAD4B34D2}" type="pres">
      <dgm:prSet presAssocID="{EADCBF98-43B9-44DE-B63D-47FA9D74ADEE}" presName="negativeSpace" presStyleCnt="0"/>
      <dgm:spPr/>
    </dgm:pt>
    <dgm:pt modelId="{CC7FB0BD-2749-4567-935A-FFBB77D55288}" type="pres">
      <dgm:prSet presAssocID="{EADCBF98-43B9-44DE-B63D-47FA9D74ADE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8C76207-ACEA-4E01-AC0D-B6FCCA755EB0}" srcId="{FA15FC6A-0150-416E-8A8E-0E32DC50B77F}" destId="{37E41DA6-06DD-4599-BF80-A46659038A74}" srcOrd="3" destOrd="0" parTransId="{FF76A505-90FC-48FC-9CF1-1F2CA11C531C}" sibTransId="{CBE02003-02E4-4601-9CF1-817C28114203}"/>
    <dgm:cxn modelId="{4C30B60C-B62F-410E-A4CC-9C9FD4431758}" type="presOf" srcId="{03CCDB63-D586-4E1E-9A30-E4011F578135}" destId="{754CCC68-9496-49B5-B605-0B795C3C2EC8}" srcOrd="0" destOrd="0" presId="urn:microsoft.com/office/officeart/2005/8/layout/list1"/>
    <dgm:cxn modelId="{DB62AC10-5D62-44CD-AD80-5E6792AED425}" type="presOf" srcId="{3743546D-2961-49F7-BA72-0C64CD7112F5}" destId="{754CCC68-9496-49B5-B605-0B795C3C2EC8}" srcOrd="0" destOrd="4" presId="urn:microsoft.com/office/officeart/2005/8/layout/list1"/>
    <dgm:cxn modelId="{C75F4E17-9B92-4B91-A3B5-0DB3D259EB5A}" type="presOf" srcId="{FA15FC6A-0150-416E-8A8E-0E32DC50B77F}" destId="{799D473D-1462-4373-BA83-0A5AFD3A20E7}" srcOrd="1" destOrd="0" presId="urn:microsoft.com/office/officeart/2005/8/layout/list1"/>
    <dgm:cxn modelId="{DB15CA2D-1C11-4AA6-8DF1-D219C75360E0}" srcId="{99F620B6-F9D1-4B26-B9A8-EE5563AD4D6E}" destId="{1F4265B8-6819-45DD-90C1-83C300DE7DBB}" srcOrd="0" destOrd="0" parTransId="{20113ED2-7D44-40EE-A02F-1C42454C0961}" sibTransId="{05A320A9-901A-4141-B485-636C921B2B47}"/>
    <dgm:cxn modelId="{A1D0A13A-F183-4CD6-8105-498C1C6C2BCD}" type="presOf" srcId="{52C51B22-FAE6-4AFD-B9C5-8640DEFB029C}" destId="{CC7FB0BD-2749-4567-935A-FFBB77D55288}" srcOrd="0" destOrd="2" presId="urn:microsoft.com/office/officeart/2005/8/layout/list1"/>
    <dgm:cxn modelId="{0253303C-131F-4B7F-A125-88C6C023F0D4}" srcId="{99F620B6-F9D1-4B26-B9A8-EE5563AD4D6E}" destId="{A326DDB0-9DBD-4F3A-8249-36F0866C56A7}" srcOrd="2" destOrd="0" parTransId="{F85643B9-A7FF-4372-B8ED-0789E3EE3E9A}" sibTransId="{BB4014B4-A2FF-4261-9512-567D23690BE7}"/>
    <dgm:cxn modelId="{352EF23D-2FDD-46BB-8E65-254F6ECCB270}" srcId="{EADCBF98-43B9-44DE-B63D-47FA9D74ADEE}" destId="{D753AE4D-5E22-4CE3-B8E3-6CF7D1C357E3}" srcOrd="0" destOrd="0" parTransId="{B78E6CDA-DFFC-43F9-984C-3B3168654F07}" sibTransId="{00FF3EC4-154C-4B76-8445-284AA5F9A536}"/>
    <dgm:cxn modelId="{011E025D-5D64-41A3-A471-B5C90078EF39}" srcId="{FA15FC6A-0150-416E-8A8E-0E32DC50B77F}" destId="{3743546D-2961-49F7-BA72-0C64CD7112F5}" srcOrd="4" destOrd="0" parTransId="{E3A1632C-27B8-4B12-B61B-00F0B17D6473}" sibTransId="{76EA08A0-A142-459A-8A7E-DB4CB6F40E03}"/>
    <dgm:cxn modelId="{1DAD6E42-4111-4B94-AF39-37E3BA5B5F60}" type="presOf" srcId="{359256B9-2970-47ED-A578-D0AF6A74C08D}" destId="{10AC3978-66FF-40B4-BDF9-E083DCADB4EA}" srcOrd="0" destOrd="1" presId="urn:microsoft.com/office/officeart/2005/8/layout/list1"/>
    <dgm:cxn modelId="{9DDE9642-16AE-4FAF-B24F-499428F72D6F}" srcId="{FA15FC6A-0150-416E-8A8E-0E32DC50B77F}" destId="{CF6AF7CB-992F-422B-A3F2-4BC234E15A95}" srcOrd="1" destOrd="0" parTransId="{F474DE1B-B3DF-4110-88FA-AFF9F34AB915}" sibTransId="{A82E791D-E82E-4F86-A2B5-2B8E9DD89A09}"/>
    <dgm:cxn modelId="{EBA78F66-5FD7-4E70-B0A0-05D46846B04A}" srcId="{FA15FC6A-0150-416E-8A8E-0E32DC50B77F}" destId="{03CCDB63-D586-4E1E-9A30-E4011F578135}" srcOrd="0" destOrd="0" parTransId="{6AC15020-C7FC-4133-8E77-604F5F91FAEC}" sibTransId="{94F7A960-27AD-4165-8185-04FBC065C1C2}"/>
    <dgm:cxn modelId="{2C75FF48-6B06-4F58-9396-8AD9BACA3F4C}" type="presOf" srcId="{A326DDB0-9DBD-4F3A-8249-36F0866C56A7}" destId="{10AC3978-66FF-40B4-BDF9-E083DCADB4EA}" srcOrd="0" destOrd="2" presId="urn:microsoft.com/office/officeart/2005/8/layout/list1"/>
    <dgm:cxn modelId="{48D7536B-7F65-4C22-81DE-1E4D67C1F1B0}" srcId="{B56B9CB2-94F2-494B-8D0D-61CB65C5B980}" destId="{EADCBF98-43B9-44DE-B63D-47FA9D74ADEE}" srcOrd="2" destOrd="0" parTransId="{CE6DDDC6-09DE-48F5-BD32-50BAA5EEC6D8}" sibTransId="{15B6857E-F9D4-4FBF-9A9D-D9B01A7F03D6}"/>
    <dgm:cxn modelId="{A4E9E077-6C4F-4478-A3B3-E483464E2A34}" srcId="{EADCBF98-43B9-44DE-B63D-47FA9D74ADEE}" destId="{52C51B22-FAE6-4AFD-B9C5-8640DEFB029C}" srcOrd="2" destOrd="0" parTransId="{E9BD3262-049F-4EC1-BC6B-0EAF8D4F4E41}" sibTransId="{4D77227F-0B13-4B05-9246-24F57FB4707F}"/>
    <dgm:cxn modelId="{82FC8E59-E4AA-4968-A4B6-EAE451960939}" type="presOf" srcId="{AFD2F5B0-030E-46E6-8AA8-29E732D88278}" destId="{CC7FB0BD-2749-4567-935A-FFBB77D55288}" srcOrd="0" destOrd="1" presId="urn:microsoft.com/office/officeart/2005/8/layout/list1"/>
    <dgm:cxn modelId="{782F327C-76CA-4930-981E-EE398FD79D17}" srcId="{B56B9CB2-94F2-494B-8D0D-61CB65C5B980}" destId="{99F620B6-F9D1-4B26-B9A8-EE5563AD4D6E}" srcOrd="1" destOrd="0" parTransId="{EB4D2CD7-FE74-47F0-A82F-8B5061D7AD04}" sibTransId="{8CB58B3E-E323-43EA-81F5-E45EBA613DFF}"/>
    <dgm:cxn modelId="{E67E0C7D-C72E-4A08-B8A6-19BE8A89F5EA}" srcId="{B56B9CB2-94F2-494B-8D0D-61CB65C5B980}" destId="{FA15FC6A-0150-416E-8A8E-0E32DC50B77F}" srcOrd="0" destOrd="0" parTransId="{8006B3E5-3166-4AFB-A51A-FA3105A5C245}" sibTransId="{645B7160-2776-4CE2-AFFF-1D55A2C305C6}"/>
    <dgm:cxn modelId="{8A23A986-2414-44FC-9EEA-7ABA9D624DF2}" type="presOf" srcId="{99F620B6-F9D1-4B26-B9A8-EE5563AD4D6E}" destId="{CF333CD2-02B9-46E1-9727-A1E7CA9F6C8A}" srcOrd="0" destOrd="0" presId="urn:microsoft.com/office/officeart/2005/8/layout/list1"/>
    <dgm:cxn modelId="{9B44148B-725E-4C3D-BADC-6AA684F1B5BC}" type="presOf" srcId="{99F620B6-F9D1-4B26-B9A8-EE5563AD4D6E}" destId="{45D76845-4CF3-416B-852E-90BB28581AFD}" srcOrd="1" destOrd="0" presId="urn:microsoft.com/office/officeart/2005/8/layout/list1"/>
    <dgm:cxn modelId="{81FB038D-E2AC-479B-85E2-3960B3BCBA0A}" type="presOf" srcId="{EADCBF98-43B9-44DE-B63D-47FA9D74ADEE}" destId="{EB0A0589-57D7-4A1C-868E-BE13D2B4113B}" srcOrd="0" destOrd="0" presId="urn:microsoft.com/office/officeart/2005/8/layout/list1"/>
    <dgm:cxn modelId="{642F609E-5E1B-43C0-AE92-EDC73B2DAF57}" srcId="{FA15FC6A-0150-416E-8A8E-0E32DC50B77F}" destId="{03FE813D-72F3-4A16-9E95-FCE4779B6954}" srcOrd="2" destOrd="0" parTransId="{47758BA3-FDAD-4D73-8E08-EFC7DE4A88FC}" sibTransId="{C6088D98-B09F-4681-A0E6-FFB1B461E066}"/>
    <dgm:cxn modelId="{F707A2A7-8B46-4490-BA45-88CA539BC1FA}" srcId="{99F620B6-F9D1-4B26-B9A8-EE5563AD4D6E}" destId="{359256B9-2970-47ED-A578-D0AF6A74C08D}" srcOrd="1" destOrd="0" parTransId="{9FC7E49F-D681-4C37-8DE5-F900D7AB82D2}" sibTransId="{6ADE7147-1E78-4464-A122-F940921F1DDF}"/>
    <dgm:cxn modelId="{0A7357BC-2A15-45AB-AE3D-53A05675F8B5}" type="presOf" srcId="{CF6AF7CB-992F-422B-A3F2-4BC234E15A95}" destId="{754CCC68-9496-49B5-B605-0B795C3C2EC8}" srcOrd="0" destOrd="1" presId="urn:microsoft.com/office/officeart/2005/8/layout/list1"/>
    <dgm:cxn modelId="{D29E95C2-9593-4070-9C65-81AA02A3EF4D}" type="presOf" srcId="{FA15FC6A-0150-416E-8A8E-0E32DC50B77F}" destId="{A4BDB1AC-35C0-434D-BEB3-1E3E1EDC74A9}" srcOrd="0" destOrd="0" presId="urn:microsoft.com/office/officeart/2005/8/layout/list1"/>
    <dgm:cxn modelId="{9B9C45CA-57B0-4917-823F-F181EA915321}" type="presOf" srcId="{B56B9CB2-94F2-494B-8D0D-61CB65C5B980}" destId="{CEDF7ECD-A7F6-4394-81A1-B58C622A1F60}" srcOrd="0" destOrd="0" presId="urn:microsoft.com/office/officeart/2005/8/layout/list1"/>
    <dgm:cxn modelId="{CA421ADE-8B47-4780-A051-5A31D8A1DE29}" type="presOf" srcId="{D753AE4D-5E22-4CE3-B8E3-6CF7D1C357E3}" destId="{CC7FB0BD-2749-4567-935A-FFBB77D55288}" srcOrd="0" destOrd="0" presId="urn:microsoft.com/office/officeart/2005/8/layout/list1"/>
    <dgm:cxn modelId="{BFF8D3E0-660D-4DA5-84F1-1AFD8AB9022D}" type="presOf" srcId="{03FE813D-72F3-4A16-9E95-FCE4779B6954}" destId="{754CCC68-9496-49B5-B605-0B795C3C2EC8}" srcOrd="0" destOrd="2" presId="urn:microsoft.com/office/officeart/2005/8/layout/list1"/>
    <dgm:cxn modelId="{DD831DE3-AB38-4F8D-81FA-1AF7A184561B}" srcId="{EADCBF98-43B9-44DE-B63D-47FA9D74ADEE}" destId="{AFD2F5B0-030E-46E6-8AA8-29E732D88278}" srcOrd="1" destOrd="0" parTransId="{ABD71F67-961D-4A9D-AEE8-33B7D10C000F}" sibTransId="{92B73B77-BA50-4181-AF07-0C03DBEA9971}"/>
    <dgm:cxn modelId="{A75038F2-3BAB-4378-8FB8-0A49C4E7E99D}" type="presOf" srcId="{EADCBF98-43B9-44DE-B63D-47FA9D74ADEE}" destId="{B488EB5A-869C-4283-BC39-80CED8EA59F0}" srcOrd="1" destOrd="0" presId="urn:microsoft.com/office/officeart/2005/8/layout/list1"/>
    <dgm:cxn modelId="{DFE26FF3-972C-48D7-AF65-106F058EA2AC}" type="presOf" srcId="{1F4265B8-6819-45DD-90C1-83C300DE7DBB}" destId="{10AC3978-66FF-40B4-BDF9-E083DCADB4EA}" srcOrd="0" destOrd="0" presId="urn:microsoft.com/office/officeart/2005/8/layout/list1"/>
    <dgm:cxn modelId="{5CFD7AF5-2F55-4997-8085-82F06AE93636}" type="presOf" srcId="{37E41DA6-06DD-4599-BF80-A46659038A74}" destId="{754CCC68-9496-49B5-B605-0B795C3C2EC8}" srcOrd="0" destOrd="3" presId="urn:microsoft.com/office/officeart/2005/8/layout/list1"/>
    <dgm:cxn modelId="{403C1010-6942-45CB-B48B-4B656F71534F}" type="presParOf" srcId="{CEDF7ECD-A7F6-4394-81A1-B58C622A1F60}" destId="{E2E3270A-7DD1-4C8A-89E2-9C7ED5868ECC}" srcOrd="0" destOrd="0" presId="urn:microsoft.com/office/officeart/2005/8/layout/list1"/>
    <dgm:cxn modelId="{737A2EBD-0946-4152-92A0-D4B8E68AEFC6}" type="presParOf" srcId="{E2E3270A-7DD1-4C8A-89E2-9C7ED5868ECC}" destId="{A4BDB1AC-35C0-434D-BEB3-1E3E1EDC74A9}" srcOrd="0" destOrd="0" presId="urn:microsoft.com/office/officeart/2005/8/layout/list1"/>
    <dgm:cxn modelId="{A154906E-8214-4A74-9517-AEBE9A410FAD}" type="presParOf" srcId="{E2E3270A-7DD1-4C8A-89E2-9C7ED5868ECC}" destId="{799D473D-1462-4373-BA83-0A5AFD3A20E7}" srcOrd="1" destOrd="0" presId="urn:microsoft.com/office/officeart/2005/8/layout/list1"/>
    <dgm:cxn modelId="{59005CCA-BB75-413D-90CD-98C75390AA83}" type="presParOf" srcId="{CEDF7ECD-A7F6-4394-81A1-B58C622A1F60}" destId="{4009E678-2DD3-4D3E-BEA2-399D41F2AFB7}" srcOrd="1" destOrd="0" presId="urn:microsoft.com/office/officeart/2005/8/layout/list1"/>
    <dgm:cxn modelId="{9959F999-0042-47A6-8698-6FA7A361286E}" type="presParOf" srcId="{CEDF7ECD-A7F6-4394-81A1-B58C622A1F60}" destId="{754CCC68-9496-49B5-B605-0B795C3C2EC8}" srcOrd="2" destOrd="0" presId="urn:microsoft.com/office/officeart/2005/8/layout/list1"/>
    <dgm:cxn modelId="{1CCFE6C5-396F-4DD6-BED3-E320B368573B}" type="presParOf" srcId="{CEDF7ECD-A7F6-4394-81A1-B58C622A1F60}" destId="{02CFE1F3-7E2A-428A-A1EF-D8B451409542}" srcOrd="3" destOrd="0" presId="urn:microsoft.com/office/officeart/2005/8/layout/list1"/>
    <dgm:cxn modelId="{8BFC75D5-68DE-4370-8575-AE3352497330}" type="presParOf" srcId="{CEDF7ECD-A7F6-4394-81A1-B58C622A1F60}" destId="{DB66BB28-344D-49D5-9877-BA4DE770C8D4}" srcOrd="4" destOrd="0" presId="urn:microsoft.com/office/officeart/2005/8/layout/list1"/>
    <dgm:cxn modelId="{F0F3218A-E017-4D6E-9D38-2994B19DDE2C}" type="presParOf" srcId="{DB66BB28-344D-49D5-9877-BA4DE770C8D4}" destId="{CF333CD2-02B9-46E1-9727-A1E7CA9F6C8A}" srcOrd="0" destOrd="0" presId="urn:microsoft.com/office/officeart/2005/8/layout/list1"/>
    <dgm:cxn modelId="{048091D9-2C94-456E-8503-0A5916CE36F5}" type="presParOf" srcId="{DB66BB28-344D-49D5-9877-BA4DE770C8D4}" destId="{45D76845-4CF3-416B-852E-90BB28581AFD}" srcOrd="1" destOrd="0" presId="urn:microsoft.com/office/officeart/2005/8/layout/list1"/>
    <dgm:cxn modelId="{8941A84F-06AF-4051-876F-B31290DCF0A2}" type="presParOf" srcId="{CEDF7ECD-A7F6-4394-81A1-B58C622A1F60}" destId="{24A931FA-ABCE-45FE-BBF4-EAF803F0D39A}" srcOrd="5" destOrd="0" presId="urn:microsoft.com/office/officeart/2005/8/layout/list1"/>
    <dgm:cxn modelId="{A652C3AD-6264-403F-A204-05222179A075}" type="presParOf" srcId="{CEDF7ECD-A7F6-4394-81A1-B58C622A1F60}" destId="{10AC3978-66FF-40B4-BDF9-E083DCADB4EA}" srcOrd="6" destOrd="0" presId="urn:microsoft.com/office/officeart/2005/8/layout/list1"/>
    <dgm:cxn modelId="{76B18E68-580B-4F70-AA1A-97D09F303341}" type="presParOf" srcId="{CEDF7ECD-A7F6-4394-81A1-B58C622A1F60}" destId="{399614B8-08F3-49EA-8BA0-E389AC20F8E5}" srcOrd="7" destOrd="0" presId="urn:microsoft.com/office/officeart/2005/8/layout/list1"/>
    <dgm:cxn modelId="{E59D4492-1BE9-49F4-BF38-795FF909FDBD}" type="presParOf" srcId="{CEDF7ECD-A7F6-4394-81A1-B58C622A1F60}" destId="{14067CC0-FB1D-4DBC-B389-B6B4566A64AA}" srcOrd="8" destOrd="0" presId="urn:microsoft.com/office/officeart/2005/8/layout/list1"/>
    <dgm:cxn modelId="{70017A41-F5D1-4A94-8A64-92B88EE741FC}" type="presParOf" srcId="{14067CC0-FB1D-4DBC-B389-B6B4566A64AA}" destId="{EB0A0589-57D7-4A1C-868E-BE13D2B4113B}" srcOrd="0" destOrd="0" presId="urn:microsoft.com/office/officeart/2005/8/layout/list1"/>
    <dgm:cxn modelId="{636390E6-2172-4FDA-A823-30E1EF454478}" type="presParOf" srcId="{14067CC0-FB1D-4DBC-B389-B6B4566A64AA}" destId="{B488EB5A-869C-4283-BC39-80CED8EA59F0}" srcOrd="1" destOrd="0" presId="urn:microsoft.com/office/officeart/2005/8/layout/list1"/>
    <dgm:cxn modelId="{7F6FCE2E-1C0B-40B0-962E-92AFC0EFB55B}" type="presParOf" srcId="{CEDF7ECD-A7F6-4394-81A1-B58C622A1F60}" destId="{71474965-2A68-4404-8C5F-D25DAD4B34D2}" srcOrd="9" destOrd="0" presId="urn:microsoft.com/office/officeart/2005/8/layout/list1"/>
    <dgm:cxn modelId="{94915C8D-1F67-4715-979C-D9FF97EECA59}" type="presParOf" srcId="{CEDF7ECD-A7F6-4394-81A1-B58C622A1F60}" destId="{CC7FB0BD-2749-4567-935A-FFBB77D5528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C22E0D8-8979-4463-94C4-51E27313BF9A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3BA1E56-E3CA-4BD0-B52B-25C1CD280F4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Observation:</a:t>
          </a:r>
          <a:endParaRPr lang="en-US"/>
        </a:p>
      </dgm:t>
    </dgm:pt>
    <dgm:pt modelId="{3A632E81-447A-42F7-B6FE-AE492646C71C}" type="parTrans" cxnId="{58B97387-5DB7-43B8-9C13-F971C6AA0D70}">
      <dgm:prSet/>
      <dgm:spPr/>
      <dgm:t>
        <a:bodyPr/>
        <a:lstStyle/>
        <a:p>
          <a:endParaRPr lang="en-US"/>
        </a:p>
      </dgm:t>
    </dgm:pt>
    <dgm:pt modelId="{0C016A8B-61F6-402F-8A5D-D850DF713E96}" type="sibTrans" cxnId="{58B97387-5DB7-43B8-9C13-F971C6AA0D70}">
      <dgm:prSet/>
      <dgm:spPr/>
      <dgm:t>
        <a:bodyPr/>
        <a:lstStyle/>
        <a:p>
          <a:endParaRPr lang="en-US"/>
        </a:p>
      </dgm:t>
    </dgm:pt>
    <dgm:pt modelId="{6FF661A0-8907-4F4E-8449-A567115CEF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Angular velocity increases and stabilizes → healthy rotation.</a:t>
          </a:r>
        </a:p>
      </dgm:t>
    </dgm:pt>
    <dgm:pt modelId="{3A81A169-0CCD-4A38-B946-C4915BCA157A}" type="parTrans" cxnId="{E06E2B7F-D276-40E7-ABD2-EE1270125EFA}">
      <dgm:prSet/>
      <dgm:spPr/>
      <dgm:t>
        <a:bodyPr/>
        <a:lstStyle/>
        <a:p>
          <a:endParaRPr lang="en-US"/>
        </a:p>
      </dgm:t>
    </dgm:pt>
    <dgm:pt modelId="{3590B292-0E87-4E7A-BC37-261E831E09E3}" type="sibTrans" cxnId="{E06E2B7F-D276-40E7-ABD2-EE1270125EFA}">
      <dgm:prSet/>
      <dgm:spPr/>
      <dgm:t>
        <a:bodyPr/>
        <a:lstStyle/>
        <a:p>
          <a:endParaRPr lang="en-US"/>
        </a:p>
      </dgm:t>
    </dgm:pt>
    <dgm:pt modelId="{AD86ED85-4D4A-4DB7-87A4-8664C92A11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Torque output constant (steady-state).</a:t>
          </a:r>
        </a:p>
      </dgm:t>
    </dgm:pt>
    <dgm:pt modelId="{8A60F70F-E1DF-45CB-B431-3D3CAC46A246}" type="parTrans" cxnId="{DAF4CCB1-D939-4005-94C7-EAAAA2D73E39}">
      <dgm:prSet/>
      <dgm:spPr/>
      <dgm:t>
        <a:bodyPr/>
        <a:lstStyle/>
        <a:p>
          <a:endParaRPr lang="en-US"/>
        </a:p>
      </dgm:t>
    </dgm:pt>
    <dgm:pt modelId="{9FAF4C59-870B-461D-A248-F11A44AC4763}" type="sibTrans" cxnId="{DAF4CCB1-D939-4005-94C7-EAAAA2D73E39}">
      <dgm:prSet/>
      <dgm:spPr/>
      <dgm:t>
        <a:bodyPr/>
        <a:lstStyle/>
        <a:p>
          <a:endParaRPr lang="en-US"/>
        </a:p>
      </dgm:t>
    </dgm:pt>
    <dgm:pt modelId="{6740CD37-7A94-4948-8688-50EA165FE9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Vibration signal low and stable.</a:t>
          </a:r>
        </a:p>
      </dgm:t>
    </dgm:pt>
    <dgm:pt modelId="{2FE569CC-2F1F-4826-A87B-17CCB26F8787}" type="parTrans" cxnId="{569C52B4-73E9-4466-91E3-D07B2792ADFC}">
      <dgm:prSet/>
      <dgm:spPr/>
      <dgm:t>
        <a:bodyPr/>
        <a:lstStyle/>
        <a:p>
          <a:endParaRPr lang="en-US"/>
        </a:p>
      </dgm:t>
    </dgm:pt>
    <dgm:pt modelId="{90ADE3D2-D466-46CD-98CB-DE0A973772F0}" type="sibTrans" cxnId="{569C52B4-73E9-4466-91E3-D07B2792ADFC}">
      <dgm:prSet/>
      <dgm:spPr/>
      <dgm:t>
        <a:bodyPr/>
        <a:lstStyle/>
        <a:p>
          <a:endParaRPr lang="en-US"/>
        </a:p>
      </dgm:t>
    </dgm:pt>
    <dgm:pt modelId="{EB8D6FCA-0653-4914-93BE-A35CC3C4AF5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/>
            <a:t>Interpretation</a:t>
          </a:r>
          <a:r>
            <a:rPr lang="en-US" b="1"/>
            <a:t>:</a:t>
          </a:r>
          <a:endParaRPr lang="en-US"/>
        </a:p>
      </dgm:t>
    </dgm:pt>
    <dgm:pt modelId="{5FA004EA-B422-4108-B301-60595198A610}" type="parTrans" cxnId="{325B121C-FBBE-418E-AC70-1471C4223C9B}">
      <dgm:prSet/>
      <dgm:spPr/>
      <dgm:t>
        <a:bodyPr/>
        <a:lstStyle/>
        <a:p>
          <a:endParaRPr lang="en-US"/>
        </a:p>
      </dgm:t>
    </dgm:pt>
    <dgm:pt modelId="{14F9D4C0-D36E-461D-8E39-E22F1F5188E7}" type="sibTrans" cxnId="{325B121C-FBBE-418E-AC70-1471C4223C9B}">
      <dgm:prSet/>
      <dgm:spPr/>
      <dgm:t>
        <a:bodyPr/>
        <a:lstStyle/>
        <a:p>
          <a:endParaRPr lang="en-US"/>
        </a:p>
      </dgm:t>
    </dgm:pt>
    <dgm:pt modelId="{9C5347CA-FB19-457C-ABC5-57633C1C0C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digital twin baseline confirms realistic mechanical dynamics of the shaft under normal operating conditions.</a:t>
          </a:r>
        </a:p>
      </dgm:t>
    </dgm:pt>
    <dgm:pt modelId="{81FBA59E-5DAE-4E1B-A5E1-02BF3CFE5EBA}" type="parTrans" cxnId="{D6A3AC1A-0236-4766-8B27-87E5BC8457F0}">
      <dgm:prSet/>
      <dgm:spPr/>
      <dgm:t>
        <a:bodyPr/>
        <a:lstStyle/>
        <a:p>
          <a:endParaRPr lang="en-US"/>
        </a:p>
      </dgm:t>
    </dgm:pt>
    <dgm:pt modelId="{D38AFB87-ACA3-44C5-B900-DCD8457FCBD6}" type="sibTrans" cxnId="{D6A3AC1A-0236-4766-8B27-87E5BC8457F0}">
      <dgm:prSet/>
      <dgm:spPr/>
      <dgm:t>
        <a:bodyPr/>
        <a:lstStyle/>
        <a:p>
          <a:endParaRPr lang="en-US"/>
        </a:p>
      </dgm:t>
    </dgm:pt>
    <dgm:pt modelId="{0FC87C26-1AEE-481D-99B5-636776F196A1}" type="pres">
      <dgm:prSet presAssocID="{7C22E0D8-8979-4463-94C4-51E27313BF9A}" presName="root" presStyleCnt="0">
        <dgm:presLayoutVars>
          <dgm:dir/>
          <dgm:resizeHandles val="exact"/>
        </dgm:presLayoutVars>
      </dgm:prSet>
      <dgm:spPr/>
    </dgm:pt>
    <dgm:pt modelId="{D91FF028-E224-451E-B4A0-81A30AAB66E3}" type="pres">
      <dgm:prSet presAssocID="{E3BA1E56-E3CA-4BD0-B52B-25C1CD280F40}" presName="compNode" presStyleCnt="0"/>
      <dgm:spPr/>
    </dgm:pt>
    <dgm:pt modelId="{5B8C1EBE-AE6A-4E73-8E01-81E22A92B3A7}" type="pres">
      <dgm:prSet presAssocID="{E3BA1E56-E3CA-4BD0-B52B-25C1CD280F4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0BA405E5-5A41-4352-8FAD-5AAC2124B102}" type="pres">
      <dgm:prSet presAssocID="{E3BA1E56-E3CA-4BD0-B52B-25C1CD280F40}" presName="iconSpace" presStyleCnt="0"/>
      <dgm:spPr/>
    </dgm:pt>
    <dgm:pt modelId="{F9B701CD-985F-46A2-8867-764ACCCD2263}" type="pres">
      <dgm:prSet presAssocID="{E3BA1E56-E3CA-4BD0-B52B-25C1CD280F40}" presName="parTx" presStyleLbl="revTx" presStyleIdx="0" presStyleCnt="4">
        <dgm:presLayoutVars>
          <dgm:chMax val="0"/>
          <dgm:chPref val="0"/>
        </dgm:presLayoutVars>
      </dgm:prSet>
      <dgm:spPr/>
    </dgm:pt>
    <dgm:pt modelId="{8EFDDC31-11ED-4177-AF69-F63155B26EB5}" type="pres">
      <dgm:prSet presAssocID="{E3BA1E56-E3CA-4BD0-B52B-25C1CD280F40}" presName="txSpace" presStyleCnt="0"/>
      <dgm:spPr/>
    </dgm:pt>
    <dgm:pt modelId="{12F5C3CE-95CB-45AD-AE41-22359AF8CB67}" type="pres">
      <dgm:prSet presAssocID="{E3BA1E56-E3CA-4BD0-B52B-25C1CD280F40}" presName="desTx" presStyleLbl="revTx" presStyleIdx="1" presStyleCnt="4">
        <dgm:presLayoutVars/>
      </dgm:prSet>
      <dgm:spPr/>
    </dgm:pt>
    <dgm:pt modelId="{E7A6F3E6-C296-491C-922F-A2BB30DB8CB0}" type="pres">
      <dgm:prSet presAssocID="{0C016A8B-61F6-402F-8A5D-D850DF713E96}" presName="sibTrans" presStyleCnt="0"/>
      <dgm:spPr/>
    </dgm:pt>
    <dgm:pt modelId="{717CA6E1-5620-496D-878A-9C20D400846F}" type="pres">
      <dgm:prSet presAssocID="{EB8D6FCA-0653-4914-93BE-A35CC3C4AF5D}" presName="compNode" presStyleCnt="0"/>
      <dgm:spPr/>
    </dgm:pt>
    <dgm:pt modelId="{07BD74F5-EE5D-4838-BE5A-2BDB4113900D}" type="pres">
      <dgm:prSet presAssocID="{EB8D6FCA-0653-4914-93BE-A35CC3C4AF5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0D76725-2ADC-45D5-B124-C525ABC0963E}" type="pres">
      <dgm:prSet presAssocID="{EB8D6FCA-0653-4914-93BE-A35CC3C4AF5D}" presName="iconSpace" presStyleCnt="0"/>
      <dgm:spPr/>
    </dgm:pt>
    <dgm:pt modelId="{A8F14FB9-6E35-4EB3-A79F-F64BA30E39C9}" type="pres">
      <dgm:prSet presAssocID="{EB8D6FCA-0653-4914-93BE-A35CC3C4AF5D}" presName="parTx" presStyleLbl="revTx" presStyleIdx="2" presStyleCnt="4">
        <dgm:presLayoutVars>
          <dgm:chMax val="0"/>
          <dgm:chPref val="0"/>
        </dgm:presLayoutVars>
      </dgm:prSet>
      <dgm:spPr/>
    </dgm:pt>
    <dgm:pt modelId="{CF163F27-72CF-457D-864F-BB952630ECE7}" type="pres">
      <dgm:prSet presAssocID="{EB8D6FCA-0653-4914-93BE-A35CC3C4AF5D}" presName="txSpace" presStyleCnt="0"/>
      <dgm:spPr/>
    </dgm:pt>
    <dgm:pt modelId="{A78EF9E3-3818-4FB6-B3B6-3C10EA082804}" type="pres">
      <dgm:prSet presAssocID="{EB8D6FCA-0653-4914-93BE-A35CC3C4AF5D}" presName="desTx" presStyleLbl="revTx" presStyleIdx="3" presStyleCnt="4">
        <dgm:presLayoutVars/>
      </dgm:prSet>
      <dgm:spPr/>
    </dgm:pt>
  </dgm:ptLst>
  <dgm:cxnLst>
    <dgm:cxn modelId="{FFFCBF15-BF9A-46E5-B83F-6A309380B79D}" type="presOf" srcId="{EB8D6FCA-0653-4914-93BE-A35CC3C4AF5D}" destId="{A8F14FB9-6E35-4EB3-A79F-F64BA30E39C9}" srcOrd="0" destOrd="0" presId="urn:microsoft.com/office/officeart/2018/2/layout/IconLabelDescriptionList"/>
    <dgm:cxn modelId="{D6A3AC1A-0236-4766-8B27-87E5BC8457F0}" srcId="{EB8D6FCA-0653-4914-93BE-A35CC3C4AF5D}" destId="{9C5347CA-FB19-457C-ABC5-57633C1C0CC2}" srcOrd="0" destOrd="0" parTransId="{81FBA59E-5DAE-4E1B-A5E1-02BF3CFE5EBA}" sibTransId="{D38AFB87-ACA3-44C5-B900-DCD8457FCBD6}"/>
    <dgm:cxn modelId="{325B121C-FBBE-418E-AC70-1471C4223C9B}" srcId="{7C22E0D8-8979-4463-94C4-51E27313BF9A}" destId="{EB8D6FCA-0653-4914-93BE-A35CC3C4AF5D}" srcOrd="1" destOrd="0" parTransId="{5FA004EA-B422-4108-B301-60595198A610}" sibTransId="{14F9D4C0-D36E-461D-8E39-E22F1F5188E7}"/>
    <dgm:cxn modelId="{25F0EA50-3B8B-4F34-BFE2-89839194782B}" type="presOf" srcId="{E3BA1E56-E3CA-4BD0-B52B-25C1CD280F40}" destId="{F9B701CD-985F-46A2-8867-764ACCCD2263}" srcOrd="0" destOrd="0" presId="urn:microsoft.com/office/officeart/2018/2/layout/IconLabelDescriptionList"/>
    <dgm:cxn modelId="{E06E2B7F-D276-40E7-ABD2-EE1270125EFA}" srcId="{E3BA1E56-E3CA-4BD0-B52B-25C1CD280F40}" destId="{6FF661A0-8907-4F4E-8449-A567115CEFFB}" srcOrd="0" destOrd="0" parTransId="{3A81A169-0CCD-4A38-B946-C4915BCA157A}" sibTransId="{3590B292-0E87-4E7A-BC37-261E831E09E3}"/>
    <dgm:cxn modelId="{546A0E82-0A8C-44B4-A678-78104DE62318}" type="presOf" srcId="{AD86ED85-4D4A-4DB7-87A4-8664C92A110E}" destId="{12F5C3CE-95CB-45AD-AE41-22359AF8CB67}" srcOrd="0" destOrd="1" presId="urn:microsoft.com/office/officeart/2018/2/layout/IconLabelDescriptionList"/>
    <dgm:cxn modelId="{58B97387-5DB7-43B8-9C13-F971C6AA0D70}" srcId="{7C22E0D8-8979-4463-94C4-51E27313BF9A}" destId="{E3BA1E56-E3CA-4BD0-B52B-25C1CD280F40}" srcOrd="0" destOrd="0" parTransId="{3A632E81-447A-42F7-B6FE-AE492646C71C}" sibTransId="{0C016A8B-61F6-402F-8A5D-D850DF713E96}"/>
    <dgm:cxn modelId="{F3ACBE89-603D-4624-833E-ED2111EA9FEF}" type="presOf" srcId="{9C5347CA-FB19-457C-ABC5-57633C1C0CC2}" destId="{A78EF9E3-3818-4FB6-B3B6-3C10EA082804}" srcOrd="0" destOrd="0" presId="urn:microsoft.com/office/officeart/2018/2/layout/IconLabelDescriptionList"/>
    <dgm:cxn modelId="{DAF4CCB1-D939-4005-94C7-EAAAA2D73E39}" srcId="{E3BA1E56-E3CA-4BD0-B52B-25C1CD280F40}" destId="{AD86ED85-4D4A-4DB7-87A4-8664C92A110E}" srcOrd="1" destOrd="0" parTransId="{8A60F70F-E1DF-45CB-B431-3D3CAC46A246}" sibTransId="{9FAF4C59-870B-461D-A248-F11A44AC4763}"/>
    <dgm:cxn modelId="{569C52B4-73E9-4466-91E3-D07B2792ADFC}" srcId="{E3BA1E56-E3CA-4BD0-B52B-25C1CD280F40}" destId="{6740CD37-7A94-4948-8688-50EA165FE9BD}" srcOrd="2" destOrd="0" parTransId="{2FE569CC-2F1F-4826-A87B-17CCB26F8787}" sibTransId="{90ADE3D2-D466-46CD-98CB-DE0A973772F0}"/>
    <dgm:cxn modelId="{B828BFB5-7AFC-43FA-967A-D49C76185FDA}" type="presOf" srcId="{6740CD37-7A94-4948-8688-50EA165FE9BD}" destId="{12F5C3CE-95CB-45AD-AE41-22359AF8CB67}" srcOrd="0" destOrd="2" presId="urn:microsoft.com/office/officeart/2018/2/layout/IconLabelDescriptionList"/>
    <dgm:cxn modelId="{BBB307B9-18A7-46FE-B60D-95364B067999}" type="presOf" srcId="{6FF661A0-8907-4F4E-8449-A567115CEFFB}" destId="{12F5C3CE-95CB-45AD-AE41-22359AF8CB67}" srcOrd="0" destOrd="0" presId="urn:microsoft.com/office/officeart/2018/2/layout/IconLabelDescriptionList"/>
    <dgm:cxn modelId="{E1782ABA-CA8A-4577-9BB2-6D869ED1A92E}" type="presOf" srcId="{7C22E0D8-8979-4463-94C4-51E27313BF9A}" destId="{0FC87C26-1AEE-481D-99B5-636776F196A1}" srcOrd="0" destOrd="0" presId="urn:microsoft.com/office/officeart/2018/2/layout/IconLabelDescriptionList"/>
    <dgm:cxn modelId="{8F850CC9-2352-46C0-9938-DDB11FF07BB7}" type="presParOf" srcId="{0FC87C26-1AEE-481D-99B5-636776F196A1}" destId="{D91FF028-E224-451E-B4A0-81A30AAB66E3}" srcOrd="0" destOrd="0" presId="urn:microsoft.com/office/officeart/2018/2/layout/IconLabelDescriptionList"/>
    <dgm:cxn modelId="{BD5606CE-F171-4CE9-A81D-61D834FCA49E}" type="presParOf" srcId="{D91FF028-E224-451E-B4A0-81A30AAB66E3}" destId="{5B8C1EBE-AE6A-4E73-8E01-81E22A92B3A7}" srcOrd="0" destOrd="0" presId="urn:microsoft.com/office/officeart/2018/2/layout/IconLabelDescriptionList"/>
    <dgm:cxn modelId="{4E4FD9F6-A41D-4679-81B0-FCA86DD75F06}" type="presParOf" srcId="{D91FF028-E224-451E-B4A0-81A30AAB66E3}" destId="{0BA405E5-5A41-4352-8FAD-5AAC2124B102}" srcOrd="1" destOrd="0" presId="urn:microsoft.com/office/officeart/2018/2/layout/IconLabelDescriptionList"/>
    <dgm:cxn modelId="{DCB73CC9-C14B-4865-9F82-1900D8EC6CC0}" type="presParOf" srcId="{D91FF028-E224-451E-B4A0-81A30AAB66E3}" destId="{F9B701CD-985F-46A2-8867-764ACCCD2263}" srcOrd="2" destOrd="0" presId="urn:microsoft.com/office/officeart/2018/2/layout/IconLabelDescriptionList"/>
    <dgm:cxn modelId="{AEC4D6B5-F3D1-4C38-8799-B6D0EBD2AAAA}" type="presParOf" srcId="{D91FF028-E224-451E-B4A0-81A30AAB66E3}" destId="{8EFDDC31-11ED-4177-AF69-F63155B26EB5}" srcOrd="3" destOrd="0" presId="urn:microsoft.com/office/officeart/2018/2/layout/IconLabelDescriptionList"/>
    <dgm:cxn modelId="{F1431C60-E493-4EB2-8C2E-0D67ED2F7F4A}" type="presParOf" srcId="{D91FF028-E224-451E-B4A0-81A30AAB66E3}" destId="{12F5C3CE-95CB-45AD-AE41-22359AF8CB67}" srcOrd="4" destOrd="0" presId="urn:microsoft.com/office/officeart/2018/2/layout/IconLabelDescriptionList"/>
    <dgm:cxn modelId="{D3B82924-6410-42C3-B3BF-2208D16B3358}" type="presParOf" srcId="{0FC87C26-1AEE-481D-99B5-636776F196A1}" destId="{E7A6F3E6-C296-491C-922F-A2BB30DB8CB0}" srcOrd="1" destOrd="0" presId="urn:microsoft.com/office/officeart/2018/2/layout/IconLabelDescriptionList"/>
    <dgm:cxn modelId="{1C00B555-9A58-4E82-89FE-FB8035D20718}" type="presParOf" srcId="{0FC87C26-1AEE-481D-99B5-636776F196A1}" destId="{717CA6E1-5620-496D-878A-9C20D400846F}" srcOrd="2" destOrd="0" presId="urn:microsoft.com/office/officeart/2018/2/layout/IconLabelDescriptionList"/>
    <dgm:cxn modelId="{73BBA50B-0208-49A3-87C3-CB65A88E1FC6}" type="presParOf" srcId="{717CA6E1-5620-496D-878A-9C20D400846F}" destId="{07BD74F5-EE5D-4838-BE5A-2BDB4113900D}" srcOrd="0" destOrd="0" presId="urn:microsoft.com/office/officeart/2018/2/layout/IconLabelDescriptionList"/>
    <dgm:cxn modelId="{04122CC7-422F-4A65-A270-90486284026A}" type="presParOf" srcId="{717CA6E1-5620-496D-878A-9C20D400846F}" destId="{00D76725-2ADC-45D5-B124-C525ABC0963E}" srcOrd="1" destOrd="0" presId="urn:microsoft.com/office/officeart/2018/2/layout/IconLabelDescriptionList"/>
    <dgm:cxn modelId="{3B1BA776-CA28-48B1-A17F-2A95CEA257E6}" type="presParOf" srcId="{717CA6E1-5620-496D-878A-9C20D400846F}" destId="{A8F14FB9-6E35-4EB3-A79F-F64BA30E39C9}" srcOrd="2" destOrd="0" presId="urn:microsoft.com/office/officeart/2018/2/layout/IconLabelDescriptionList"/>
    <dgm:cxn modelId="{4C1A34F6-A2F2-44E1-BE51-25AA841353B0}" type="presParOf" srcId="{717CA6E1-5620-496D-878A-9C20D400846F}" destId="{CF163F27-72CF-457D-864F-BB952630ECE7}" srcOrd="3" destOrd="0" presId="urn:microsoft.com/office/officeart/2018/2/layout/IconLabelDescriptionList"/>
    <dgm:cxn modelId="{94FC7BA4-28AB-4EDE-897D-0D39B71C6D33}" type="presParOf" srcId="{717CA6E1-5620-496D-878A-9C20D400846F}" destId="{A78EF9E3-3818-4FB6-B3B6-3C10EA08280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9981D26-E2BF-418D-8149-5FD9D38EFAA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482AC99-1942-4E28-9026-B14A6F0B7B51}">
      <dgm:prSet/>
      <dgm:spPr/>
      <dgm:t>
        <a:bodyPr/>
        <a:lstStyle/>
        <a:p>
          <a:r>
            <a:rPr lang="en-US" b="0" i="0" baseline="0"/>
            <a:t>Fault introduction successfully simulated in the digital twin.</a:t>
          </a:r>
          <a:endParaRPr lang="en-US"/>
        </a:p>
      </dgm:t>
    </dgm:pt>
    <dgm:pt modelId="{52A2B166-E649-448A-A64C-3617D1155E62}" type="parTrans" cxnId="{4858F95A-3530-461A-9A53-FD51368AAF71}">
      <dgm:prSet/>
      <dgm:spPr/>
      <dgm:t>
        <a:bodyPr/>
        <a:lstStyle/>
        <a:p>
          <a:endParaRPr lang="en-US"/>
        </a:p>
      </dgm:t>
    </dgm:pt>
    <dgm:pt modelId="{44057162-FCD6-4DB4-A99E-F4D6ADB4B143}" type="sibTrans" cxnId="{4858F95A-3530-461A-9A53-FD51368AAF71}">
      <dgm:prSet/>
      <dgm:spPr/>
      <dgm:t>
        <a:bodyPr/>
        <a:lstStyle/>
        <a:p>
          <a:endParaRPr lang="en-US"/>
        </a:p>
      </dgm:t>
    </dgm:pt>
    <dgm:pt modelId="{8427DBA7-6F93-455B-9EB0-4FBF32C65D9E}">
      <dgm:prSet/>
      <dgm:spPr/>
      <dgm:t>
        <a:bodyPr/>
        <a:lstStyle/>
        <a:p>
          <a:r>
            <a:rPr lang="en-US" b="0" i="0" baseline="0"/>
            <a:t>Signal analysis confirms clear distinction between healthy and faulty states.</a:t>
          </a:r>
          <a:endParaRPr lang="en-US"/>
        </a:p>
      </dgm:t>
    </dgm:pt>
    <dgm:pt modelId="{9E3847C8-7054-4D04-AF7B-2685F29A30B0}" type="parTrans" cxnId="{F65B161C-8221-4ED0-B6EF-AF401E8B5DA9}">
      <dgm:prSet/>
      <dgm:spPr/>
      <dgm:t>
        <a:bodyPr/>
        <a:lstStyle/>
        <a:p>
          <a:endParaRPr lang="en-US"/>
        </a:p>
      </dgm:t>
    </dgm:pt>
    <dgm:pt modelId="{235A5E70-61A3-4459-9B12-FF269D55398D}" type="sibTrans" cxnId="{F65B161C-8221-4ED0-B6EF-AF401E8B5DA9}">
      <dgm:prSet/>
      <dgm:spPr/>
      <dgm:t>
        <a:bodyPr/>
        <a:lstStyle/>
        <a:p>
          <a:endParaRPr lang="en-US"/>
        </a:p>
      </dgm:t>
    </dgm:pt>
    <dgm:pt modelId="{D88856E4-264F-4E23-ACA6-2E6DECEB001C}">
      <dgm:prSet/>
      <dgm:spPr/>
      <dgm:t>
        <a:bodyPr/>
        <a:lstStyle/>
        <a:p>
          <a:r>
            <a:rPr lang="en-US" b="0" i="0" baseline="0"/>
            <a:t>FFT and RMS are effective fault indicators.</a:t>
          </a:r>
          <a:endParaRPr lang="en-US"/>
        </a:p>
      </dgm:t>
    </dgm:pt>
    <dgm:pt modelId="{F88898B8-9668-477D-89CB-181016A7D4D6}" type="parTrans" cxnId="{426F8249-06B9-428F-9AD7-BDD0C6704CCF}">
      <dgm:prSet/>
      <dgm:spPr/>
      <dgm:t>
        <a:bodyPr/>
        <a:lstStyle/>
        <a:p>
          <a:endParaRPr lang="en-US"/>
        </a:p>
      </dgm:t>
    </dgm:pt>
    <dgm:pt modelId="{624986DE-123B-4837-AC0D-02B9FA07DD37}" type="sibTrans" cxnId="{426F8249-06B9-428F-9AD7-BDD0C6704CCF}">
      <dgm:prSet/>
      <dgm:spPr/>
      <dgm:t>
        <a:bodyPr/>
        <a:lstStyle/>
        <a:p>
          <a:endParaRPr lang="en-US"/>
        </a:p>
      </dgm:t>
    </dgm:pt>
    <dgm:pt modelId="{49589AF9-7951-41E5-93AA-11DBFFBE2023}">
      <dgm:prSet/>
      <dgm:spPr/>
      <dgm:t>
        <a:bodyPr/>
        <a:lstStyle/>
        <a:p>
          <a:r>
            <a:rPr lang="en-US" b="0" i="0" baseline="0"/>
            <a:t>Digital twin provides virtual fault data for training predictive models (e.g., LSTM).</a:t>
          </a:r>
          <a:endParaRPr lang="en-US"/>
        </a:p>
      </dgm:t>
    </dgm:pt>
    <dgm:pt modelId="{397C3380-B4C3-4E58-80E9-F75B92E153B9}" type="parTrans" cxnId="{03704B16-4281-4E17-939A-51B68C6255E6}">
      <dgm:prSet/>
      <dgm:spPr/>
      <dgm:t>
        <a:bodyPr/>
        <a:lstStyle/>
        <a:p>
          <a:endParaRPr lang="en-US"/>
        </a:p>
      </dgm:t>
    </dgm:pt>
    <dgm:pt modelId="{FBFC9DE7-F439-4D72-872F-F18380D5C348}" type="sibTrans" cxnId="{03704B16-4281-4E17-939A-51B68C6255E6}">
      <dgm:prSet/>
      <dgm:spPr/>
      <dgm:t>
        <a:bodyPr/>
        <a:lstStyle/>
        <a:p>
          <a:endParaRPr lang="en-US"/>
        </a:p>
      </dgm:t>
    </dgm:pt>
    <dgm:pt modelId="{EF3B62FC-9021-4DEC-A59C-BFE99ECBF42F}" type="pres">
      <dgm:prSet presAssocID="{39981D26-E2BF-418D-8149-5FD9D38EFAAB}" presName="root" presStyleCnt="0">
        <dgm:presLayoutVars>
          <dgm:dir/>
          <dgm:resizeHandles val="exact"/>
        </dgm:presLayoutVars>
      </dgm:prSet>
      <dgm:spPr/>
    </dgm:pt>
    <dgm:pt modelId="{F3A8B25B-B219-4A95-8913-7F5B6ACE0435}" type="pres">
      <dgm:prSet presAssocID="{39981D26-E2BF-418D-8149-5FD9D38EFAAB}" presName="container" presStyleCnt="0">
        <dgm:presLayoutVars>
          <dgm:dir/>
          <dgm:resizeHandles val="exact"/>
        </dgm:presLayoutVars>
      </dgm:prSet>
      <dgm:spPr/>
    </dgm:pt>
    <dgm:pt modelId="{C4D20D18-2406-4D02-B9CE-4A9E19EEF016}" type="pres">
      <dgm:prSet presAssocID="{D482AC99-1942-4E28-9026-B14A6F0B7B51}" presName="compNode" presStyleCnt="0"/>
      <dgm:spPr/>
    </dgm:pt>
    <dgm:pt modelId="{C0290873-2EFF-435F-8A78-8C12DDEF5520}" type="pres">
      <dgm:prSet presAssocID="{D482AC99-1942-4E28-9026-B14A6F0B7B51}" presName="iconBgRect" presStyleLbl="bgShp" presStyleIdx="0" presStyleCnt="4"/>
      <dgm:spPr/>
    </dgm:pt>
    <dgm:pt modelId="{57364B46-0AA8-48A6-8F7D-E4E098191734}" type="pres">
      <dgm:prSet presAssocID="{D482AC99-1942-4E28-9026-B14A6F0B7B5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C8ECCCE-9C08-479E-B9D1-4D9E76EF0865}" type="pres">
      <dgm:prSet presAssocID="{D482AC99-1942-4E28-9026-B14A6F0B7B51}" presName="spaceRect" presStyleCnt="0"/>
      <dgm:spPr/>
    </dgm:pt>
    <dgm:pt modelId="{36ADC638-451F-4710-A78C-5E25B5171679}" type="pres">
      <dgm:prSet presAssocID="{D482AC99-1942-4E28-9026-B14A6F0B7B51}" presName="textRect" presStyleLbl="revTx" presStyleIdx="0" presStyleCnt="4">
        <dgm:presLayoutVars>
          <dgm:chMax val="1"/>
          <dgm:chPref val="1"/>
        </dgm:presLayoutVars>
      </dgm:prSet>
      <dgm:spPr/>
    </dgm:pt>
    <dgm:pt modelId="{C81ED678-FD97-4045-9627-94B5AE37BE46}" type="pres">
      <dgm:prSet presAssocID="{44057162-FCD6-4DB4-A99E-F4D6ADB4B143}" presName="sibTrans" presStyleLbl="sibTrans2D1" presStyleIdx="0" presStyleCnt="0"/>
      <dgm:spPr/>
    </dgm:pt>
    <dgm:pt modelId="{E36454EE-54ED-4488-9762-31B3A7C56B29}" type="pres">
      <dgm:prSet presAssocID="{8427DBA7-6F93-455B-9EB0-4FBF32C65D9E}" presName="compNode" presStyleCnt="0"/>
      <dgm:spPr/>
    </dgm:pt>
    <dgm:pt modelId="{30933832-7BD2-4CB4-9ADB-8D4394E293D5}" type="pres">
      <dgm:prSet presAssocID="{8427DBA7-6F93-455B-9EB0-4FBF32C65D9E}" presName="iconBgRect" presStyleLbl="bgShp" presStyleIdx="1" presStyleCnt="4"/>
      <dgm:spPr/>
    </dgm:pt>
    <dgm:pt modelId="{18773F8D-A887-400D-8A66-8C1E3F34982E}" type="pres">
      <dgm:prSet presAssocID="{8427DBA7-6F93-455B-9EB0-4FBF32C65D9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83059201-74B5-453F-87BE-3221E48D11BB}" type="pres">
      <dgm:prSet presAssocID="{8427DBA7-6F93-455B-9EB0-4FBF32C65D9E}" presName="spaceRect" presStyleCnt="0"/>
      <dgm:spPr/>
    </dgm:pt>
    <dgm:pt modelId="{1B796AFC-F58F-49BC-9699-66ED380866EC}" type="pres">
      <dgm:prSet presAssocID="{8427DBA7-6F93-455B-9EB0-4FBF32C65D9E}" presName="textRect" presStyleLbl="revTx" presStyleIdx="1" presStyleCnt="4">
        <dgm:presLayoutVars>
          <dgm:chMax val="1"/>
          <dgm:chPref val="1"/>
        </dgm:presLayoutVars>
      </dgm:prSet>
      <dgm:spPr/>
    </dgm:pt>
    <dgm:pt modelId="{384842CE-9120-441C-9AAC-25EA4A06E5A6}" type="pres">
      <dgm:prSet presAssocID="{235A5E70-61A3-4459-9B12-FF269D55398D}" presName="sibTrans" presStyleLbl="sibTrans2D1" presStyleIdx="0" presStyleCnt="0"/>
      <dgm:spPr/>
    </dgm:pt>
    <dgm:pt modelId="{27A0A801-5256-4519-90A0-0ED01E2A2E72}" type="pres">
      <dgm:prSet presAssocID="{D88856E4-264F-4E23-ACA6-2E6DECEB001C}" presName="compNode" presStyleCnt="0"/>
      <dgm:spPr/>
    </dgm:pt>
    <dgm:pt modelId="{C30F9460-747E-4884-8AA4-C24D240BE42D}" type="pres">
      <dgm:prSet presAssocID="{D88856E4-264F-4E23-ACA6-2E6DECEB001C}" presName="iconBgRect" presStyleLbl="bgShp" presStyleIdx="2" presStyleCnt="4"/>
      <dgm:spPr/>
    </dgm:pt>
    <dgm:pt modelId="{3E23EC2D-BFAA-4809-8277-3C83335147FC}" type="pres">
      <dgm:prSet presAssocID="{D88856E4-264F-4E23-ACA6-2E6DECEB001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3FFAED96-2639-4E29-ADA3-F27CF755DC26}" type="pres">
      <dgm:prSet presAssocID="{D88856E4-264F-4E23-ACA6-2E6DECEB001C}" presName="spaceRect" presStyleCnt="0"/>
      <dgm:spPr/>
    </dgm:pt>
    <dgm:pt modelId="{5495DA43-15BA-4DEF-956B-AA6E0B5D2DEB}" type="pres">
      <dgm:prSet presAssocID="{D88856E4-264F-4E23-ACA6-2E6DECEB001C}" presName="textRect" presStyleLbl="revTx" presStyleIdx="2" presStyleCnt="4">
        <dgm:presLayoutVars>
          <dgm:chMax val="1"/>
          <dgm:chPref val="1"/>
        </dgm:presLayoutVars>
      </dgm:prSet>
      <dgm:spPr/>
    </dgm:pt>
    <dgm:pt modelId="{95790D1D-464B-4432-B6E1-D63E4A3A1796}" type="pres">
      <dgm:prSet presAssocID="{624986DE-123B-4837-AC0D-02B9FA07DD37}" presName="sibTrans" presStyleLbl="sibTrans2D1" presStyleIdx="0" presStyleCnt="0"/>
      <dgm:spPr/>
    </dgm:pt>
    <dgm:pt modelId="{964DD64D-C55E-4C38-B792-98F69B7BA609}" type="pres">
      <dgm:prSet presAssocID="{49589AF9-7951-41E5-93AA-11DBFFBE2023}" presName="compNode" presStyleCnt="0"/>
      <dgm:spPr/>
    </dgm:pt>
    <dgm:pt modelId="{4A2BDB6C-64A7-488C-B126-1628FA03E198}" type="pres">
      <dgm:prSet presAssocID="{49589AF9-7951-41E5-93AA-11DBFFBE2023}" presName="iconBgRect" presStyleLbl="bgShp" presStyleIdx="3" presStyleCnt="4"/>
      <dgm:spPr/>
    </dgm:pt>
    <dgm:pt modelId="{62D2989F-0ACB-47E9-884E-CC2CF7CF0A65}" type="pres">
      <dgm:prSet presAssocID="{49589AF9-7951-41E5-93AA-11DBFFBE202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AF51001F-582C-4E2E-BC2C-5E705811E679}" type="pres">
      <dgm:prSet presAssocID="{49589AF9-7951-41E5-93AA-11DBFFBE2023}" presName="spaceRect" presStyleCnt="0"/>
      <dgm:spPr/>
    </dgm:pt>
    <dgm:pt modelId="{50517D6F-DFD0-45BD-A49C-CB0AF3144C81}" type="pres">
      <dgm:prSet presAssocID="{49589AF9-7951-41E5-93AA-11DBFFBE202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3704B16-4281-4E17-939A-51B68C6255E6}" srcId="{39981D26-E2BF-418D-8149-5FD9D38EFAAB}" destId="{49589AF9-7951-41E5-93AA-11DBFFBE2023}" srcOrd="3" destOrd="0" parTransId="{397C3380-B4C3-4E58-80E9-F75B92E153B9}" sibTransId="{FBFC9DE7-F439-4D72-872F-F18380D5C348}"/>
    <dgm:cxn modelId="{F65B161C-8221-4ED0-B6EF-AF401E8B5DA9}" srcId="{39981D26-E2BF-418D-8149-5FD9D38EFAAB}" destId="{8427DBA7-6F93-455B-9EB0-4FBF32C65D9E}" srcOrd="1" destOrd="0" parTransId="{9E3847C8-7054-4D04-AF7B-2685F29A30B0}" sibTransId="{235A5E70-61A3-4459-9B12-FF269D55398D}"/>
    <dgm:cxn modelId="{3B47312B-1B3F-453D-87AD-27F0AB57AD61}" type="presOf" srcId="{D482AC99-1942-4E28-9026-B14A6F0B7B51}" destId="{36ADC638-451F-4710-A78C-5E25B5171679}" srcOrd="0" destOrd="0" presId="urn:microsoft.com/office/officeart/2018/2/layout/IconCircleList"/>
    <dgm:cxn modelId="{95B25060-18C6-46C1-9AEA-5B19A8499BFE}" type="presOf" srcId="{44057162-FCD6-4DB4-A99E-F4D6ADB4B143}" destId="{C81ED678-FD97-4045-9627-94B5AE37BE46}" srcOrd="0" destOrd="0" presId="urn:microsoft.com/office/officeart/2018/2/layout/IconCircleList"/>
    <dgm:cxn modelId="{426F8249-06B9-428F-9AD7-BDD0C6704CCF}" srcId="{39981D26-E2BF-418D-8149-5FD9D38EFAAB}" destId="{D88856E4-264F-4E23-ACA6-2E6DECEB001C}" srcOrd="2" destOrd="0" parTransId="{F88898B8-9668-477D-89CB-181016A7D4D6}" sibTransId="{624986DE-123B-4837-AC0D-02B9FA07DD37}"/>
    <dgm:cxn modelId="{EFC0B370-D939-46AC-B530-0BD02A9AE94E}" type="presOf" srcId="{39981D26-E2BF-418D-8149-5FD9D38EFAAB}" destId="{EF3B62FC-9021-4DEC-A59C-BFE99ECBF42F}" srcOrd="0" destOrd="0" presId="urn:microsoft.com/office/officeart/2018/2/layout/IconCircleList"/>
    <dgm:cxn modelId="{4858F95A-3530-461A-9A53-FD51368AAF71}" srcId="{39981D26-E2BF-418D-8149-5FD9D38EFAAB}" destId="{D482AC99-1942-4E28-9026-B14A6F0B7B51}" srcOrd="0" destOrd="0" parTransId="{52A2B166-E649-448A-A64C-3617D1155E62}" sibTransId="{44057162-FCD6-4DB4-A99E-F4D6ADB4B143}"/>
    <dgm:cxn modelId="{6934918C-828A-4579-87DC-721D7C2B6B9D}" type="presOf" srcId="{D88856E4-264F-4E23-ACA6-2E6DECEB001C}" destId="{5495DA43-15BA-4DEF-956B-AA6E0B5D2DEB}" srcOrd="0" destOrd="0" presId="urn:microsoft.com/office/officeart/2018/2/layout/IconCircleList"/>
    <dgm:cxn modelId="{51B6E495-6714-416A-90AD-F6AE02130231}" type="presOf" srcId="{8427DBA7-6F93-455B-9EB0-4FBF32C65D9E}" destId="{1B796AFC-F58F-49BC-9699-66ED380866EC}" srcOrd="0" destOrd="0" presId="urn:microsoft.com/office/officeart/2018/2/layout/IconCircleList"/>
    <dgm:cxn modelId="{D05201DA-8027-4910-82F3-AF2D014FB4F7}" type="presOf" srcId="{235A5E70-61A3-4459-9B12-FF269D55398D}" destId="{384842CE-9120-441C-9AAC-25EA4A06E5A6}" srcOrd="0" destOrd="0" presId="urn:microsoft.com/office/officeart/2018/2/layout/IconCircleList"/>
    <dgm:cxn modelId="{DEE269F9-2748-4B56-8E58-045452F87A21}" type="presOf" srcId="{624986DE-123B-4837-AC0D-02B9FA07DD37}" destId="{95790D1D-464B-4432-B6E1-D63E4A3A1796}" srcOrd="0" destOrd="0" presId="urn:microsoft.com/office/officeart/2018/2/layout/IconCircleList"/>
    <dgm:cxn modelId="{F860CCFC-410E-4057-ABC4-613CBABC7A83}" type="presOf" srcId="{49589AF9-7951-41E5-93AA-11DBFFBE2023}" destId="{50517D6F-DFD0-45BD-A49C-CB0AF3144C81}" srcOrd="0" destOrd="0" presId="urn:microsoft.com/office/officeart/2018/2/layout/IconCircleList"/>
    <dgm:cxn modelId="{7B70DB78-A17C-4BDC-AE91-287C65DFE9AF}" type="presParOf" srcId="{EF3B62FC-9021-4DEC-A59C-BFE99ECBF42F}" destId="{F3A8B25B-B219-4A95-8913-7F5B6ACE0435}" srcOrd="0" destOrd="0" presId="urn:microsoft.com/office/officeart/2018/2/layout/IconCircleList"/>
    <dgm:cxn modelId="{D0B74820-976A-4055-9176-4FCB76A2A184}" type="presParOf" srcId="{F3A8B25B-B219-4A95-8913-7F5B6ACE0435}" destId="{C4D20D18-2406-4D02-B9CE-4A9E19EEF016}" srcOrd="0" destOrd="0" presId="urn:microsoft.com/office/officeart/2018/2/layout/IconCircleList"/>
    <dgm:cxn modelId="{4C5F0E00-5623-4EFC-8416-91335CB70E20}" type="presParOf" srcId="{C4D20D18-2406-4D02-B9CE-4A9E19EEF016}" destId="{C0290873-2EFF-435F-8A78-8C12DDEF5520}" srcOrd="0" destOrd="0" presId="urn:microsoft.com/office/officeart/2018/2/layout/IconCircleList"/>
    <dgm:cxn modelId="{89B04188-17A9-4EF4-8519-DDD28F615BF7}" type="presParOf" srcId="{C4D20D18-2406-4D02-B9CE-4A9E19EEF016}" destId="{57364B46-0AA8-48A6-8F7D-E4E098191734}" srcOrd="1" destOrd="0" presId="urn:microsoft.com/office/officeart/2018/2/layout/IconCircleList"/>
    <dgm:cxn modelId="{A6B48C22-C8DB-48BF-9A93-0D9537C7BF00}" type="presParOf" srcId="{C4D20D18-2406-4D02-B9CE-4A9E19EEF016}" destId="{DC8ECCCE-9C08-479E-B9D1-4D9E76EF0865}" srcOrd="2" destOrd="0" presId="urn:microsoft.com/office/officeart/2018/2/layout/IconCircleList"/>
    <dgm:cxn modelId="{909FCA20-1E02-46B7-9C22-E85970DC48A8}" type="presParOf" srcId="{C4D20D18-2406-4D02-B9CE-4A9E19EEF016}" destId="{36ADC638-451F-4710-A78C-5E25B5171679}" srcOrd="3" destOrd="0" presId="urn:microsoft.com/office/officeart/2018/2/layout/IconCircleList"/>
    <dgm:cxn modelId="{0BCD2D63-0000-4CC0-8B77-2B3CC73D3676}" type="presParOf" srcId="{F3A8B25B-B219-4A95-8913-7F5B6ACE0435}" destId="{C81ED678-FD97-4045-9627-94B5AE37BE46}" srcOrd="1" destOrd="0" presId="urn:microsoft.com/office/officeart/2018/2/layout/IconCircleList"/>
    <dgm:cxn modelId="{F2EF0DF2-2D66-498B-A885-57DA5CF90471}" type="presParOf" srcId="{F3A8B25B-B219-4A95-8913-7F5B6ACE0435}" destId="{E36454EE-54ED-4488-9762-31B3A7C56B29}" srcOrd="2" destOrd="0" presId="urn:microsoft.com/office/officeart/2018/2/layout/IconCircleList"/>
    <dgm:cxn modelId="{DA5F0619-1CBF-4BD5-BA39-2E36D790444C}" type="presParOf" srcId="{E36454EE-54ED-4488-9762-31B3A7C56B29}" destId="{30933832-7BD2-4CB4-9ADB-8D4394E293D5}" srcOrd="0" destOrd="0" presId="urn:microsoft.com/office/officeart/2018/2/layout/IconCircleList"/>
    <dgm:cxn modelId="{DBFE426F-A9B8-4C49-B0F1-766790860998}" type="presParOf" srcId="{E36454EE-54ED-4488-9762-31B3A7C56B29}" destId="{18773F8D-A887-400D-8A66-8C1E3F34982E}" srcOrd="1" destOrd="0" presId="urn:microsoft.com/office/officeart/2018/2/layout/IconCircleList"/>
    <dgm:cxn modelId="{2F4CD91B-02BE-4509-A7EC-879D95E0EFA8}" type="presParOf" srcId="{E36454EE-54ED-4488-9762-31B3A7C56B29}" destId="{83059201-74B5-453F-87BE-3221E48D11BB}" srcOrd="2" destOrd="0" presId="urn:microsoft.com/office/officeart/2018/2/layout/IconCircleList"/>
    <dgm:cxn modelId="{D2CAF695-C421-4AA0-9D36-D24EBDAD45B9}" type="presParOf" srcId="{E36454EE-54ED-4488-9762-31B3A7C56B29}" destId="{1B796AFC-F58F-49BC-9699-66ED380866EC}" srcOrd="3" destOrd="0" presId="urn:microsoft.com/office/officeart/2018/2/layout/IconCircleList"/>
    <dgm:cxn modelId="{9D88D06C-1AEF-4499-A9DA-8E1F01BB3C6E}" type="presParOf" srcId="{F3A8B25B-B219-4A95-8913-7F5B6ACE0435}" destId="{384842CE-9120-441C-9AAC-25EA4A06E5A6}" srcOrd="3" destOrd="0" presId="urn:microsoft.com/office/officeart/2018/2/layout/IconCircleList"/>
    <dgm:cxn modelId="{4E8B4672-BBC6-4D9D-9A15-7DA9448966CD}" type="presParOf" srcId="{F3A8B25B-B219-4A95-8913-7F5B6ACE0435}" destId="{27A0A801-5256-4519-90A0-0ED01E2A2E72}" srcOrd="4" destOrd="0" presId="urn:microsoft.com/office/officeart/2018/2/layout/IconCircleList"/>
    <dgm:cxn modelId="{27BD3501-A63D-4DBD-94B5-69A1ACB88C56}" type="presParOf" srcId="{27A0A801-5256-4519-90A0-0ED01E2A2E72}" destId="{C30F9460-747E-4884-8AA4-C24D240BE42D}" srcOrd="0" destOrd="0" presId="urn:microsoft.com/office/officeart/2018/2/layout/IconCircleList"/>
    <dgm:cxn modelId="{72B240E5-31E4-4575-B4E0-DD38BCEE25F2}" type="presParOf" srcId="{27A0A801-5256-4519-90A0-0ED01E2A2E72}" destId="{3E23EC2D-BFAA-4809-8277-3C83335147FC}" srcOrd="1" destOrd="0" presId="urn:microsoft.com/office/officeart/2018/2/layout/IconCircleList"/>
    <dgm:cxn modelId="{2D493448-7567-47D0-8B0E-F6E0D673DF8D}" type="presParOf" srcId="{27A0A801-5256-4519-90A0-0ED01E2A2E72}" destId="{3FFAED96-2639-4E29-ADA3-F27CF755DC26}" srcOrd="2" destOrd="0" presId="urn:microsoft.com/office/officeart/2018/2/layout/IconCircleList"/>
    <dgm:cxn modelId="{DE75ABC8-F8EB-436E-BC2D-A36D7942C394}" type="presParOf" srcId="{27A0A801-5256-4519-90A0-0ED01E2A2E72}" destId="{5495DA43-15BA-4DEF-956B-AA6E0B5D2DEB}" srcOrd="3" destOrd="0" presId="urn:microsoft.com/office/officeart/2018/2/layout/IconCircleList"/>
    <dgm:cxn modelId="{9F438E79-2B55-42C3-8841-7BEC6AA9BD3F}" type="presParOf" srcId="{F3A8B25B-B219-4A95-8913-7F5B6ACE0435}" destId="{95790D1D-464B-4432-B6E1-D63E4A3A1796}" srcOrd="5" destOrd="0" presId="urn:microsoft.com/office/officeart/2018/2/layout/IconCircleList"/>
    <dgm:cxn modelId="{1B14E03C-42D0-4C73-959D-70EC969D0D26}" type="presParOf" srcId="{F3A8B25B-B219-4A95-8913-7F5B6ACE0435}" destId="{964DD64D-C55E-4C38-B792-98F69B7BA609}" srcOrd="6" destOrd="0" presId="urn:microsoft.com/office/officeart/2018/2/layout/IconCircleList"/>
    <dgm:cxn modelId="{2EAC18EE-085B-46BE-AA06-376B0DF73D36}" type="presParOf" srcId="{964DD64D-C55E-4C38-B792-98F69B7BA609}" destId="{4A2BDB6C-64A7-488C-B126-1628FA03E198}" srcOrd="0" destOrd="0" presId="urn:microsoft.com/office/officeart/2018/2/layout/IconCircleList"/>
    <dgm:cxn modelId="{A792E9D0-CEAB-4135-A8E7-A7B8FEE994A5}" type="presParOf" srcId="{964DD64D-C55E-4C38-B792-98F69B7BA609}" destId="{62D2989F-0ACB-47E9-884E-CC2CF7CF0A65}" srcOrd="1" destOrd="0" presId="urn:microsoft.com/office/officeart/2018/2/layout/IconCircleList"/>
    <dgm:cxn modelId="{04971EB9-F004-48FA-BD9B-B4D1F65BDDDB}" type="presParOf" srcId="{964DD64D-C55E-4C38-B792-98F69B7BA609}" destId="{AF51001F-582C-4E2E-BC2C-5E705811E679}" srcOrd="2" destOrd="0" presId="urn:microsoft.com/office/officeart/2018/2/layout/IconCircleList"/>
    <dgm:cxn modelId="{33D7853F-7767-442B-938E-7E1E46398890}" type="presParOf" srcId="{964DD64D-C55E-4C38-B792-98F69B7BA609}" destId="{50517D6F-DFD0-45BD-A49C-CB0AF3144C8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B284C9C-E836-4F03-BBF3-7935D926FE3F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8B68830-01A6-456E-AA92-DD56FB5090C8}">
      <dgm:prSet/>
      <dgm:spPr/>
      <dgm:t>
        <a:bodyPr/>
        <a:lstStyle/>
        <a:p>
          <a:r>
            <a:rPr lang="en-US" b="0" i="0" baseline="0"/>
            <a:t>Generate more fault data (different damping/stiffness levels).</a:t>
          </a:r>
          <a:endParaRPr lang="en-US"/>
        </a:p>
      </dgm:t>
    </dgm:pt>
    <dgm:pt modelId="{093F6CDA-0B1E-495D-8153-9E94F5B8BE27}" type="parTrans" cxnId="{7AFFCB79-F6E8-4B36-94D0-8B332B7A1F74}">
      <dgm:prSet/>
      <dgm:spPr/>
      <dgm:t>
        <a:bodyPr/>
        <a:lstStyle/>
        <a:p>
          <a:endParaRPr lang="en-US"/>
        </a:p>
      </dgm:t>
    </dgm:pt>
    <dgm:pt modelId="{7F2FE88D-879F-4622-8776-618A4B18C21E}" type="sibTrans" cxnId="{7AFFCB79-F6E8-4B36-94D0-8B332B7A1F74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2469C56-BED4-4F57-B8B3-909161BE37F8}">
      <dgm:prSet/>
      <dgm:spPr/>
      <dgm:t>
        <a:bodyPr/>
        <a:lstStyle/>
        <a:p>
          <a:r>
            <a:rPr lang="en-US" b="0" i="0" baseline="0"/>
            <a:t>Automate feature extraction (RMS, FFT peaks).</a:t>
          </a:r>
          <a:endParaRPr lang="en-US"/>
        </a:p>
      </dgm:t>
    </dgm:pt>
    <dgm:pt modelId="{3A459BE2-75AF-43B7-AB35-4E95B3850DFD}" type="parTrans" cxnId="{E19EBF6B-5E3D-4D85-B686-19681A5BA041}">
      <dgm:prSet/>
      <dgm:spPr/>
      <dgm:t>
        <a:bodyPr/>
        <a:lstStyle/>
        <a:p>
          <a:endParaRPr lang="en-US"/>
        </a:p>
      </dgm:t>
    </dgm:pt>
    <dgm:pt modelId="{B56A0A27-58A8-41EA-BE86-98EE182D3D65}" type="sibTrans" cxnId="{E19EBF6B-5E3D-4D85-B686-19681A5BA04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ED3C2535-B2F1-4251-95A4-765D14DC6DF4}">
      <dgm:prSet/>
      <dgm:spPr/>
      <dgm:t>
        <a:bodyPr/>
        <a:lstStyle/>
        <a:p>
          <a:r>
            <a:rPr lang="en-US" b="0" i="0" baseline="0"/>
            <a:t>Train LSTM model for Remaining Useful Life (RUL) prediction.</a:t>
          </a:r>
          <a:endParaRPr lang="en-US"/>
        </a:p>
      </dgm:t>
    </dgm:pt>
    <dgm:pt modelId="{31BC8129-92A3-49E9-BF1E-452FECA749A7}" type="parTrans" cxnId="{18B1DB63-8BBC-47A9-8DBE-038082760A93}">
      <dgm:prSet/>
      <dgm:spPr/>
      <dgm:t>
        <a:bodyPr/>
        <a:lstStyle/>
        <a:p>
          <a:endParaRPr lang="en-US"/>
        </a:p>
      </dgm:t>
    </dgm:pt>
    <dgm:pt modelId="{2F9ED04E-E4FB-4518-981D-B8182475113C}" type="sibTrans" cxnId="{18B1DB63-8BBC-47A9-8DBE-038082760A93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164AC25B-CF64-49C3-91C6-AD1FB18387DE}">
      <dgm:prSet/>
      <dgm:spPr/>
      <dgm:t>
        <a:bodyPr/>
        <a:lstStyle/>
        <a:p>
          <a:r>
            <a:rPr lang="en-US" b="0" i="0" baseline="0"/>
            <a:t>Validate predictions against digital twin ground truth.</a:t>
          </a:r>
          <a:endParaRPr lang="en-US"/>
        </a:p>
      </dgm:t>
    </dgm:pt>
    <dgm:pt modelId="{0876A369-D4F8-42AF-A687-2E5DF8351996}" type="parTrans" cxnId="{E73DF1E3-B4B7-4215-B3CE-9AF0C3B43CA7}">
      <dgm:prSet/>
      <dgm:spPr/>
      <dgm:t>
        <a:bodyPr/>
        <a:lstStyle/>
        <a:p>
          <a:endParaRPr lang="en-US"/>
        </a:p>
      </dgm:t>
    </dgm:pt>
    <dgm:pt modelId="{BDE6A7D1-C537-46FA-A73B-B26639B3C6D1}" type="sibTrans" cxnId="{E73DF1E3-B4B7-4215-B3CE-9AF0C3B43CA7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3B4C4773-C51C-40E8-BC31-E3A019CE9742}" type="pres">
      <dgm:prSet presAssocID="{FB284C9C-E836-4F03-BBF3-7935D926FE3F}" presName="Name0" presStyleCnt="0">
        <dgm:presLayoutVars>
          <dgm:animLvl val="lvl"/>
          <dgm:resizeHandles val="exact"/>
        </dgm:presLayoutVars>
      </dgm:prSet>
      <dgm:spPr/>
    </dgm:pt>
    <dgm:pt modelId="{6AB27F2A-F4C7-488C-8568-14770058EEBC}" type="pres">
      <dgm:prSet presAssocID="{F8B68830-01A6-456E-AA92-DD56FB5090C8}" presName="compositeNode" presStyleCnt="0">
        <dgm:presLayoutVars>
          <dgm:bulletEnabled val="1"/>
        </dgm:presLayoutVars>
      </dgm:prSet>
      <dgm:spPr/>
    </dgm:pt>
    <dgm:pt modelId="{F509AED6-6A46-4E00-8406-E1F881EFD6D8}" type="pres">
      <dgm:prSet presAssocID="{F8B68830-01A6-456E-AA92-DD56FB5090C8}" presName="bgRect" presStyleLbl="bgAccFollowNode1" presStyleIdx="0" presStyleCnt="4"/>
      <dgm:spPr/>
    </dgm:pt>
    <dgm:pt modelId="{B08A682D-18EB-4E9D-A9A4-8728B1D1A0AE}" type="pres">
      <dgm:prSet presAssocID="{7F2FE88D-879F-4622-8776-618A4B18C21E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43C73369-EAFC-41E1-B6BB-AFA990523F51}" type="pres">
      <dgm:prSet presAssocID="{F8B68830-01A6-456E-AA92-DD56FB5090C8}" presName="bottomLine" presStyleLbl="alignNode1" presStyleIdx="1" presStyleCnt="8">
        <dgm:presLayoutVars/>
      </dgm:prSet>
      <dgm:spPr/>
    </dgm:pt>
    <dgm:pt modelId="{0C0C425A-92D2-4CF1-897B-0EEF210536D5}" type="pres">
      <dgm:prSet presAssocID="{F8B68830-01A6-456E-AA92-DD56FB5090C8}" presName="nodeText" presStyleLbl="bgAccFollowNode1" presStyleIdx="0" presStyleCnt="4">
        <dgm:presLayoutVars>
          <dgm:bulletEnabled val="1"/>
        </dgm:presLayoutVars>
      </dgm:prSet>
      <dgm:spPr/>
    </dgm:pt>
    <dgm:pt modelId="{475F681D-4A1A-45BF-BABC-C4CCE297620A}" type="pres">
      <dgm:prSet presAssocID="{7F2FE88D-879F-4622-8776-618A4B18C21E}" presName="sibTrans" presStyleCnt="0"/>
      <dgm:spPr/>
    </dgm:pt>
    <dgm:pt modelId="{CC3B2DFA-3748-43C8-A972-AF7BC4BFAB91}" type="pres">
      <dgm:prSet presAssocID="{92469C56-BED4-4F57-B8B3-909161BE37F8}" presName="compositeNode" presStyleCnt="0">
        <dgm:presLayoutVars>
          <dgm:bulletEnabled val="1"/>
        </dgm:presLayoutVars>
      </dgm:prSet>
      <dgm:spPr/>
    </dgm:pt>
    <dgm:pt modelId="{25FC4F90-BEC8-41E8-A7D8-C09B470EC53F}" type="pres">
      <dgm:prSet presAssocID="{92469C56-BED4-4F57-B8B3-909161BE37F8}" presName="bgRect" presStyleLbl="bgAccFollowNode1" presStyleIdx="1" presStyleCnt="4"/>
      <dgm:spPr/>
    </dgm:pt>
    <dgm:pt modelId="{45043971-1D64-4511-AD64-F55491EB5B7C}" type="pres">
      <dgm:prSet presAssocID="{B56A0A27-58A8-41EA-BE86-98EE182D3D65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D393E7A9-8509-489E-93A5-D408066F717D}" type="pres">
      <dgm:prSet presAssocID="{92469C56-BED4-4F57-B8B3-909161BE37F8}" presName="bottomLine" presStyleLbl="alignNode1" presStyleIdx="3" presStyleCnt="8">
        <dgm:presLayoutVars/>
      </dgm:prSet>
      <dgm:spPr/>
    </dgm:pt>
    <dgm:pt modelId="{DD14F5E2-16E9-4098-B7C9-D0C2C8F54D7B}" type="pres">
      <dgm:prSet presAssocID="{92469C56-BED4-4F57-B8B3-909161BE37F8}" presName="nodeText" presStyleLbl="bgAccFollowNode1" presStyleIdx="1" presStyleCnt="4">
        <dgm:presLayoutVars>
          <dgm:bulletEnabled val="1"/>
        </dgm:presLayoutVars>
      </dgm:prSet>
      <dgm:spPr/>
    </dgm:pt>
    <dgm:pt modelId="{18D36457-9FC8-43B6-84E7-D2E32EDA5410}" type="pres">
      <dgm:prSet presAssocID="{B56A0A27-58A8-41EA-BE86-98EE182D3D65}" presName="sibTrans" presStyleCnt="0"/>
      <dgm:spPr/>
    </dgm:pt>
    <dgm:pt modelId="{C98BD33D-241B-4F01-8858-E59BF985C603}" type="pres">
      <dgm:prSet presAssocID="{ED3C2535-B2F1-4251-95A4-765D14DC6DF4}" presName="compositeNode" presStyleCnt="0">
        <dgm:presLayoutVars>
          <dgm:bulletEnabled val="1"/>
        </dgm:presLayoutVars>
      </dgm:prSet>
      <dgm:spPr/>
    </dgm:pt>
    <dgm:pt modelId="{F3AC10EF-694A-4C66-9A77-4D58EC0C98BA}" type="pres">
      <dgm:prSet presAssocID="{ED3C2535-B2F1-4251-95A4-765D14DC6DF4}" presName="bgRect" presStyleLbl="bgAccFollowNode1" presStyleIdx="2" presStyleCnt="4"/>
      <dgm:spPr/>
    </dgm:pt>
    <dgm:pt modelId="{216C0D33-EF31-4AA5-B98D-893C63DAD7F1}" type="pres">
      <dgm:prSet presAssocID="{2F9ED04E-E4FB-4518-981D-B8182475113C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A4714E23-42DC-49A8-85E7-7836CAE23A5F}" type="pres">
      <dgm:prSet presAssocID="{ED3C2535-B2F1-4251-95A4-765D14DC6DF4}" presName="bottomLine" presStyleLbl="alignNode1" presStyleIdx="5" presStyleCnt="8">
        <dgm:presLayoutVars/>
      </dgm:prSet>
      <dgm:spPr/>
    </dgm:pt>
    <dgm:pt modelId="{6C24A549-9F53-4AA3-99B5-E20982FE6853}" type="pres">
      <dgm:prSet presAssocID="{ED3C2535-B2F1-4251-95A4-765D14DC6DF4}" presName="nodeText" presStyleLbl="bgAccFollowNode1" presStyleIdx="2" presStyleCnt="4">
        <dgm:presLayoutVars>
          <dgm:bulletEnabled val="1"/>
        </dgm:presLayoutVars>
      </dgm:prSet>
      <dgm:spPr/>
    </dgm:pt>
    <dgm:pt modelId="{14AFE5DB-6251-415F-8D12-A2B61BE2D498}" type="pres">
      <dgm:prSet presAssocID="{2F9ED04E-E4FB-4518-981D-B8182475113C}" presName="sibTrans" presStyleCnt="0"/>
      <dgm:spPr/>
    </dgm:pt>
    <dgm:pt modelId="{69975128-63C6-40E6-BF15-CBFD2AA03216}" type="pres">
      <dgm:prSet presAssocID="{164AC25B-CF64-49C3-91C6-AD1FB18387DE}" presName="compositeNode" presStyleCnt="0">
        <dgm:presLayoutVars>
          <dgm:bulletEnabled val="1"/>
        </dgm:presLayoutVars>
      </dgm:prSet>
      <dgm:spPr/>
    </dgm:pt>
    <dgm:pt modelId="{1E6C337E-62F0-484F-9B19-0434FBE7E825}" type="pres">
      <dgm:prSet presAssocID="{164AC25B-CF64-49C3-91C6-AD1FB18387DE}" presName="bgRect" presStyleLbl="bgAccFollowNode1" presStyleIdx="3" presStyleCnt="4"/>
      <dgm:spPr/>
    </dgm:pt>
    <dgm:pt modelId="{B18D6E1B-98AE-45E5-831E-21EC5D063686}" type="pres">
      <dgm:prSet presAssocID="{BDE6A7D1-C537-46FA-A73B-B26639B3C6D1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2F453F74-DE1C-4D61-88E2-B79CF55B2F97}" type="pres">
      <dgm:prSet presAssocID="{164AC25B-CF64-49C3-91C6-AD1FB18387DE}" presName="bottomLine" presStyleLbl="alignNode1" presStyleIdx="7" presStyleCnt="8">
        <dgm:presLayoutVars/>
      </dgm:prSet>
      <dgm:spPr/>
    </dgm:pt>
    <dgm:pt modelId="{B03E3A6F-6A01-4BEF-945E-E0E0EE057AAB}" type="pres">
      <dgm:prSet presAssocID="{164AC25B-CF64-49C3-91C6-AD1FB18387DE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FB0D010E-D368-4C77-941C-82424030B0F3}" type="presOf" srcId="{92469C56-BED4-4F57-B8B3-909161BE37F8}" destId="{25FC4F90-BEC8-41E8-A7D8-C09B470EC53F}" srcOrd="0" destOrd="0" presId="urn:microsoft.com/office/officeart/2016/7/layout/BasicLinearProcessNumbered"/>
    <dgm:cxn modelId="{FBD8EE13-78EE-4F86-BC73-E9A3BBEE8EBA}" type="presOf" srcId="{FB284C9C-E836-4F03-BBF3-7935D926FE3F}" destId="{3B4C4773-C51C-40E8-BC31-E3A019CE9742}" srcOrd="0" destOrd="0" presId="urn:microsoft.com/office/officeart/2016/7/layout/BasicLinearProcessNumbered"/>
    <dgm:cxn modelId="{A2DF1117-035A-4845-AC9C-BFDA627C70A0}" type="presOf" srcId="{F8B68830-01A6-456E-AA92-DD56FB5090C8}" destId="{0C0C425A-92D2-4CF1-897B-0EEF210536D5}" srcOrd="1" destOrd="0" presId="urn:microsoft.com/office/officeart/2016/7/layout/BasicLinearProcessNumbered"/>
    <dgm:cxn modelId="{3A23CD25-1B79-42BD-85FE-42C1D334B2B8}" type="presOf" srcId="{7F2FE88D-879F-4622-8776-618A4B18C21E}" destId="{B08A682D-18EB-4E9D-A9A4-8728B1D1A0AE}" srcOrd="0" destOrd="0" presId="urn:microsoft.com/office/officeart/2016/7/layout/BasicLinearProcessNumbered"/>
    <dgm:cxn modelId="{61C81B5E-99FC-4925-AF98-9B64B9AD4B02}" type="presOf" srcId="{2F9ED04E-E4FB-4518-981D-B8182475113C}" destId="{216C0D33-EF31-4AA5-B98D-893C63DAD7F1}" srcOrd="0" destOrd="0" presId="urn:microsoft.com/office/officeart/2016/7/layout/BasicLinearProcessNumbered"/>
    <dgm:cxn modelId="{18B1DB63-8BBC-47A9-8DBE-038082760A93}" srcId="{FB284C9C-E836-4F03-BBF3-7935D926FE3F}" destId="{ED3C2535-B2F1-4251-95A4-765D14DC6DF4}" srcOrd="2" destOrd="0" parTransId="{31BC8129-92A3-49E9-BF1E-452FECA749A7}" sibTransId="{2F9ED04E-E4FB-4518-981D-B8182475113C}"/>
    <dgm:cxn modelId="{E19EBF6B-5E3D-4D85-B686-19681A5BA041}" srcId="{FB284C9C-E836-4F03-BBF3-7935D926FE3F}" destId="{92469C56-BED4-4F57-B8B3-909161BE37F8}" srcOrd="1" destOrd="0" parTransId="{3A459BE2-75AF-43B7-AB35-4E95B3850DFD}" sibTransId="{B56A0A27-58A8-41EA-BE86-98EE182D3D65}"/>
    <dgm:cxn modelId="{CAA17470-2FCD-4325-B7D7-72A68D10BFC4}" type="presOf" srcId="{B56A0A27-58A8-41EA-BE86-98EE182D3D65}" destId="{45043971-1D64-4511-AD64-F55491EB5B7C}" srcOrd="0" destOrd="0" presId="urn:microsoft.com/office/officeart/2016/7/layout/BasicLinearProcessNumbered"/>
    <dgm:cxn modelId="{7AFFCB79-F6E8-4B36-94D0-8B332B7A1F74}" srcId="{FB284C9C-E836-4F03-BBF3-7935D926FE3F}" destId="{F8B68830-01A6-456E-AA92-DD56FB5090C8}" srcOrd="0" destOrd="0" parTransId="{093F6CDA-0B1E-495D-8153-9E94F5B8BE27}" sibTransId="{7F2FE88D-879F-4622-8776-618A4B18C21E}"/>
    <dgm:cxn modelId="{9ADA037B-E470-4465-8C0A-90A2D1A025E4}" type="presOf" srcId="{ED3C2535-B2F1-4251-95A4-765D14DC6DF4}" destId="{F3AC10EF-694A-4C66-9A77-4D58EC0C98BA}" srcOrd="0" destOrd="0" presId="urn:microsoft.com/office/officeart/2016/7/layout/BasicLinearProcessNumbered"/>
    <dgm:cxn modelId="{37810788-C2CE-400D-B27C-676A1ED1EDE6}" type="presOf" srcId="{ED3C2535-B2F1-4251-95A4-765D14DC6DF4}" destId="{6C24A549-9F53-4AA3-99B5-E20982FE6853}" srcOrd="1" destOrd="0" presId="urn:microsoft.com/office/officeart/2016/7/layout/BasicLinearProcessNumbered"/>
    <dgm:cxn modelId="{AD1F438B-E258-4D8D-9314-0C92858B9604}" type="presOf" srcId="{F8B68830-01A6-456E-AA92-DD56FB5090C8}" destId="{F509AED6-6A46-4E00-8406-E1F881EFD6D8}" srcOrd="0" destOrd="0" presId="urn:microsoft.com/office/officeart/2016/7/layout/BasicLinearProcessNumbered"/>
    <dgm:cxn modelId="{2809049D-D3EE-4ACA-BD78-A16D36F97FF9}" type="presOf" srcId="{164AC25B-CF64-49C3-91C6-AD1FB18387DE}" destId="{1E6C337E-62F0-484F-9B19-0434FBE7E825}" srcOrd="0" destOrd="0" presId="urn:microsoft.com/office/officeart/2016/7/layout/BasicLinearProcessNumbered"/>
    <dgm:cxn modelId="{A95F70B5-6551-4298-A04A-068CA073BD81}" type="presOf" srcId="{92469C56-BED4-4F57-B8B3-909161BE37F8}" destId="{DD14F5E2-16E9-4098-B7C9-D0C2C8F54D7B}" srcOrd="1" destOrd="0" presId="urn:microsoft.com/office/officeart/2016/7/layout/BasicLinearProcessNumbered"/>
    <dgm:cxn modelId="{F90E76B8-564E-4CD2-B9C6-3DA0D8783D15}" type="presOf" srcId="{164AC25B-CF64-49C3-91C6-AD1FB18387DE}" destId="{B03E3A6F-6A01-4BEF-945E-E0E0EE057AAB}" srcOrd="1" destOrd="0" presId="urn:microsoft.com/office/officeart/2016/7/layout/BasicLinearProcessNumbered"/>
    <dgm:cxn modelId="{30282AD1-1487-4643-A8D6-2855BCAD1D5B}" type="presOf" srcId="{BDE6A7D1-C537-46FA-A73B-B26639B3C6D1}" destId="{B18D6E1B-98AE-45E5-831E-21EC5D063686}" srcOrd="0" destOrd="0" presId="urn:microsoft.com/office/officeart/2016/7/layout/BasicLinearProcessNumbered"/>
    <dgm:cxn modelId="{E73DF1E3-B4B7-4215-B3CE-9AF0C3B43CA7}" srcId="{FB284C9C-E836-4F03-BBF3-7935D926FE3F}" destId="{164AC25B-CF64-49C3-91C6-AD1FB18387DE}" srcOrd="3" destOrd="0" parTransId="{0876A369-D4F8-42AF-A687-2E5DF8351996}" sibTransId="{BDE6A7D1-C537-46FA-A73B-B26639B3C6D1}"/>
    <dgm:cxn modelId="{1BD4CD60-829C-4436-9071-82F03D130FB3}" type="presParOf" srcId="{3B4C4773-C51C-40E8-BC31-E3A019CE9742}" destId="{6AB27F2A-F4C7-488C-8568-14770058EEBC}" srcOrd="0" destOrd="0" presId="urn:microsoft.com/office/officeart/2016/7/layout/BasicLinearProcessNumbered"/>
    <dgm:cxn modelId="{6AFED5D3-0E9B-46D2-BD61-5361A2120F22}" type="presParOf" srcId="{6AB27F2A-F4C7-488C-8568-14770058EEBC}" destId="{F509AED6-6A46-4E00-8406-E1F881EFD6D8}" srcOrd="0" destOrd="0" presId="urn:microsoft.com/office/officeart/2016/7/layout/BasicLinearProcessNumbered"/>
    <dgm:cxn modelId="{4CA3C064-6D78-4B7F-9777-BFF5847322A3}" type="presParOf" srcId="{6AB27F2A-F4C7-488C-8568-14770058EEBC}" destId="{B08A682D-18EB-4E9D-A9A4-8728B1D1A0AE}" srcOrd="1" destOrd="0" presId="urn:microsoft.com/office/officeart/2016/7/layout/BasicLinearProcessNumbered"/>
    <dgm:cxn modelId="{460EB89C-BF02-4C9A-B54C-42C40E310DA9}" type="presParOf" srcId="{6AB27F2A-F4C7-488C-8568-14770058EEBC}" destId="{43C73369-EAFC-41E1-B6BB-AFA990523F51}" srcOrd="2" destOrd="0" presId="urn:microsoft.com/office/officeart/2016/7/layout/BasicLinearProcessNumbered"/>
    <dgm:cxn modelId="{23602C41-EB2F-406E-A33D-5BADF296952E}" type="presParOf" srcId="{6AB27F2A-F4C7-488C-8568-14770058EEBC}" destId="{0C0C425A-92D2-4CF1-897B-0EEF210536D5}" srcOrd="3" destOrd="0" presId="urn:microsoft.com/office/officeart/2016/7/layout/BasicLinearProcessNumbered"/>
    <dgm:cxn modelId="{FAED2D52-0647-4966-B326-DF226AEDB18D}" type="presParOf" srcId="{3B4C4773-C51C-40E8-BC31-E3A019CE9742}" destId="{475F681D-4A1A-45BF-BABC-C4CCE297620A}" srcOrd="1" destOrd="0" presId="urn:microsoft.com/office/officeart/2016/7/layout/BasicLinearProcessNumbered"/>
    <dgm:cxn modelId="{5CB4FC3D-39EA-424D-9468-109DA945BABE}" type="presParOf" srcId="{3B4C4773-C51C-40E8-BC31-E3A019CE9742}" destId="{CC3B2DFA-3748-43C8-A972-AF7BC4BFAB91}" srcOrd="2" destOrd="0" presId="urn:microsoft.com/office/officeart/2016/7/layout/BasicLinearProcessNumbered"/>
    <dgm:cxn modelId="{0646DD06-D77F-44BB-99BD-53F42A0956A0}" type="presParOf" srcId="{CC3B2DFA-3748-43C8-A972-AF7BC4BFAB91}" destId="{25FC4F90-BEC8-41E8-A7D8-C09B470EC53F}" srcOrd="0" destOrd="0" presId="urn:microsoft.com/office/officeart/2016/7/layout/BasicLinearProcessNumbered"/>
    <dgm:cxn modelId="{C43C3AD4-B08F-4BE3-B28A-C153677E98CC}" type="presParOf" srcId="{CC3B2DFA-3748-43C8-A972-AF7BC4BFAB91}" destId="{45043971-1D64-4511-AD64-F55491EB5B7C}" srcOrd="1" destOrd="0" presId="urn:microsoft.com/office/officeart/2016/7/layout/BasicLinearProcessNumbered"/>
    <dgm:cxn modelId="{A918C948-8A9C-493E-85EC-FB2E236DDC26}" type="presParOf" srcId="{CC3B2DFA-3748-43C8-A972-AF7BC4BFAB91}" destId="{D393E7A9-8509-489E-93A5-D408066F717D}" srcOrd="2" destOrd="0" presId="urn:microsoft.com/office/officeart/2016/7/layout/BasicLinearProcessNumbered"/>
    <dgm:cxn modelId="{FCBBD03A-B92F-459E-9A5E-1E4BE795C12B}" type="presParOf" srcId="{CC3B2DFA-3748-43C8-A972-AF7BC4BFAB91}" destId="{DD14F5E2-16E9-4098-B7C9-D0C2C8F54D7B}" srcOrd="3" destOrd="0" presId="urn:microsoft.com/office/officeart/2016/7/layout/BasicLinearProcessNumbered"/>
    <dgm:cxn modelId="{F45DEFE1-23B4-4425-8944-E337D3E3540E}" type="presParOf" srcId="{3B4C4773-C51C-40E8-BC31-E3A019CE9742}" destId="{18D36457-9FC8-43B6-84E7-D2E32EDA5410}" srcOrd="3" destOrd="0" presId="urn:microsoft.com/office/officeart/2016/7/layout/BasicLinearProcessNumbered"/>
    <dgm:cxn modelId="{BAC6A529-3CB8-4D68-8B4F-CA9A655D5EB2}" type="presParOf" srcId="{3B4C4773-C51C-40E8-BC31-E3A019CE9742}" destId="{C98BD33D-241B-4F01-8858-E59BF985C603}" srcOrd="4" destOrd="0" presId="urn:microsoft.com/office/officeart/2016/7/layout/BasicLinearProcessNumbered"/>
    <dgm:cxn modelId="{2F620C3E-C6F9-44E7-9368-1BC685060BD0}" type="presParOf" srcId="{C98BD33D-241B-4F01-8858-E59BF985C603}" destId="{F3AC10EF-694A-4C66-9A77-4D58EC0C98BA}" srcOrd="0" destOrd="0" presId="urn:microsoft.com/office/officeart/2016/7/layout/BasicLinearProcessNumbered"/>
    <dgm:cxn modelId="{D2AC354C-1EEC-43D9-9B26-50DF243FD08F}" type="presParOf" srcId="{C98BD33D-241B-4F01-8858-E59BF985C603}" destId="{216C0D33-EF31-4AA5-B98D-893C63DAD7F1}" srcOrd="1" destOrd="0" presId="urn:microsoft.com/office/officeart/2016/7/layout/BasicLinearProcessNumbered"/>
    <dgm:cxn modelId="{CECCA764-8EAF-4AA1-A407-68C37DB628EA}" type="presParOf" srcId="{C98BD33D-241B-4F01-8858-E59BF985C603}" destId="{A4714E23-42DC-49A8-85E7-7836CAE23A5F}" srcOrd="2" destOrd="0" presId="urn:microsoft.com/office/officeart/2016/7/layout/BasicLinearProcessNumbered"/>
    <dgm:cxn modelId="{67B8AC59-FAA3-479B-A688-EB9632181663}" type="presParOf" srcId="{C98BD33D-241B-4F01-8858-E59BF985C603}" destId="{6C24A549-9F53-4AA3-99B5-E20982FE6853}" srcOrd="3" destOrd="0" presId="urn:microsoft.com/office/officeart/2016/7/layout/BasicLinearProcessNumbered"/>
    <dgm:cxn modelId="{CB5F2867-D2C9-4A54-B2D0-862993A1DC25}" type="presParOf" srcId="{3B4C4773-C51C-40E8-BC31-E3A019CE9742}" destId="{14AFE5DB-6251-415F-8D12-A2B61BE2D498}" srcOrd="5" destOrd="0" presId="urn:microsoft.com/office/officeart/2016/7/layout/BasicLinearProcessNumbered"/>
    <dgm:cxn modelId="{8C92D082-0402-4D1E-91CE-399134DD4A4D}" type="presParOf" srcId="{3B4C4773-C51C-40E8-BC31-E3A019CE9742}" destId="{69975128-63C6-40E6-BF15-CBFD2AA03216}" srcOrd="6" destOrd="0" presId="urn:microsoft.com/office/officeart/2016/7/layout/BasicLinearProcessNumbered"/>
    <dgm:cxn modelId="{365730F6-ABBD-452F-8B4C-808502F8DA66}" type="presParOf" srcId="{69975128-63C6-40E6-BF15-CBFD2AA03216}" destId="{1E6C337E-62F0-484F-9B19-0434FBE7E825}" srcOrd="0" destOrd="0" presId="urn:microsoft.com/office/officeart/2016/7/layout/BasicLinearProcessNumbered"/>
    <dgm:cxn modelId="{2FC31872-9BDC-47AA-8F92-4A7AD74CB258}" type="presParOf" srcId="{69975128-63C6-40E6-BF15-CBFD2AA03216}" destId="{B18D6E1B-98AE-45E5-831E-21EC5D063686}" srcOrd="1" destOrd="0" presId="urn:microsoft.com/office/officeart/2016/7/layout/BasicLinearProcessNumbered"/>
    <dgm:cxn modelId="{B1F92A5D-19FF-435F-9153-129B6D0D803D}" type="presParOf" srcId="{69975128-63C6-40E6-BF15-CBFD2AA03216}" destId="{2F453F74-DE1C-4D61-88E2-B79CF55B2F97}" srcOrd="2" destOrd="0" presId="urn:microsoft.com/office/officeart/2016/7/layout/BasicLinearProcessNumbered"/>
    <dgm:cxn modelId="{87FE297F-00BB-4FFB-9975-134A636281E4}" type="presParOf" srcId="{69975128-63C6-40E6-BF15-CBFD2AA03216}" destId="{B03E3A6F-6A01-4BEF-945E-E0E0EE057AAB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7EB3B37-7222-4E3F-8A47-E90BDC57090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2C3807B-60FD-44E6-934C-2A81D228B99F}">
      <dgm:prSet/>
      <dgm:spPr/>
      <dgm:t>
        <a:bodyPr/>
        <a:lstStyle/>
        <a:p>
          <a:r>
            <a:rPr lang="en-US" b="0" i="0" baseline="0"/>
            <a:t>Digital twin successfully models healthy and faulty shaft conditions.</a:t>
          </a:r>
          <a:endParaRPr lang="en-US"/>
        </a:p>
      </dgm:t>
    </dgm:pt>
    <dgm:pt modelId="{6B166700-1569-496E-A13F-779242D1FCE2}" type="parTrans" cxnId="{01B57F2F-D897-47E3-93DD-173696F2903F}">
      <dgm:prSet/>
      <dgm:spPr/>
      <dgm:t>
        <a:bodyPr/>
        <a:lstStyle/>
        <a:p>
          <a:endParaRPr lang="en-US"/>
        </a:p>
      </dgm:t>
    </dgm:pt>
    <dgm:pt modelId="{1A0069DE-D8E5-4781-BDFE-332D3091948B}" type="sibTrans" cxnId="{01B57F2F-D897-47E3-93DD-173696F2903F}">
      <dgm:prSet/>
      <dgm:spPr/>
      <dgm:t>
        <a:bodyPr/>
        <a:lstStyle/>
        <a:p>
          <a:endParaRPr lang="en-US"/>
        </a:p>
      </dgm:t>
    </dgm:pt>
    <dgm:pt modelId="{61E6CF33-8037-4CFB-B242-21D3CF8F248B}">
      <dgm:prSet/>
      <dgm:spPr/>
      <dgm:t>
        <a:bodyPr/>
        <a:lstStyle/>
        <a:p>
          <a:r>
            <a:rPr lang="en-US" b="0" i="0" baseline="0"/>
            <a:t>FFT &amp; RMS analysis validate vibration-based fault signatures.</a:t>
          </a:r>
          <a:endParaRPr lang="en-US"/>
        </a:p>
      </dgm:t>
    </dgm:pt>
    <dgm:pt modelId="{11955627-6ADB-4DC4-A3D7-EBACE35DB0A8}" type="parTrans" cxnId="{71BD3FE8-0482-46E0-8496-12653E4A097B}">
      <dgm:prSet/>
      <dgm:spPr/>
      <dgm:t>
        <a:bodyPr/>
        <a:lstStyle/>
        <a:p>
          <a:endParaRPr lang="en-US"/>
        </a:p>
      </dgm:t>
    </dgm:pt>
    <dgm:pt modelId="{666418D8-FC0E-4965-9AB7-8B22D79E5E65}" type="sibTrans" cxnId="{71BD3FE8-0482-46E0-8496-12653E4A097B}">
      <dgm:prSet/>
      <dgm:spPr/>
      <dgm:t>
        <a:bodyPr/>
        <a:lstStyle/>
        <a:p>
          <a:endParaRPr lang="en-US"/>
        </a:p>
      </dgm:t>
    </dgm:pt>
    <dgm:pt modelId="{9700C978-0434-4657-A2F3-4B57E1045505}">
      <dgm:prSet/>
      <dgm:spPr/>
      <dgm:t>
        <a:bodyPr/>
        <a:lstStyle/>
        <a:p>
          <a:r>
            <a:rPr lang="en-US" b="0" i="0" baseline="0"/>
            <a:t>Foundation ready for AI-based predictive maintenance in </a:t>
          </a:r>
          <a:r>
            <a:rPr lang="en-US" b="1" i="0" baseline="0"/>
            <a:t>Phase 4 (LSTM Prognostics)</a:t>
          </a:r>
          <a:r>
            <a:rPr lang="en-US" b="0" i="0" baseline="0"/>
            <a:t>.</a:t>
          </a:r>
          <a:endParaRPr lang="en-US"/>
        </a:p>
      </dgm:t>
    </dgm:pt>
    <dgm:pt modelId="{E7FE3AF4-4BA4-49A2-8734-E4E80FC3BE5E}" type="parTrans" cxnId="{37D1D391-CA53-4C6E-A95F-BBF285CA766C}">
      <dgm:prSet/>
      <dgm:spPr/>
      <dgm:t>
        <a:bodyPr/>
        <a:lstStyle/>
        <a:p>
          <a:endParaRPr lang="en-US"/>
        </a:p>
      </dgm:t>
    </dgm:pt>
    <dgm:pt modelId="{B8030CB1-655C-43C6-B6CA-C22CFDC081B6}" type="sibTrans" cxnId="{37D1D391-CA53-4C6E-A95F-BBF285CA766C}">
      <dgm:prSet/>
      <dgm:spPr/>
      <dgm:t>
        <a:bodyPr/>
        <a:lstStyle/>
        <a:p>
          <a:endParaRPr lang="en-US"/>
        </a:p>
      </dgm:t>
    </dgm:pt>
    <dgm:pt modelId="{EACFB0BC-7B3C-4323-8600-640ED73700BD}" type="pres">
      <dgm:prSet presAssocID="{87EB3B37-7222-4E3F-8A47-E90BDC570906}" presName="root" presStyleCnt="0">
        <dgm:presLayoutVars>
          <dgm:dir/>
          <dgm:resizeHandles val="exact"/>
        </dgm:presLayoutVars>
      </dgm:prSet>
      <dgm:spPr/>
    </dgm:pt>
    <dgm:pt modelId="{3A70EB1F-C71E-4B82-8A23-8985D12D5A58}" type="pres">
      <dgm:prSet presAssocID="{F2C3807B-60FD-44E6-934C-2A81D228B99F}" presName="compNode" presStyleCnt="0"/>
      <dgm:spPr/>
    </dgm:pt>
    <dgm:pt modelId="{616E3241-65A4-485C-AFD1-F124000A9EF1}" type="pres">
      <dgm:prSet presAssocID="{F2C3807B-60FD-44E6-934C-2A81D228B99F}" presName="bgRect" presStyleLbl="bgShp" presStyleIdx="0" presStyleCnt="3"/>
      <dgm:spPr/>
    </dgm:pt>
    <dgm:pt modelId="{044E9535-5B8D-488B-B6D8-24D3DEFF9DBA}" type="pres">
      <dgm:prSet presAssocID="{F2C3807B-60FD-44E6-934C-2A81D228B99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5449F1E-4938-4250-AB58-AEF0C604195B}" type="pres">
      <dgm:prSet presAssocID="{F2C3807B-60FD-44E6-934C-2A81D228B99F}" presName="spaceRect" presStyleCnt="0"/>
      <dgm:spPr/>
    </dgm:pt>
    <dgm:pt modelId="{9EA7E849-D48D-4233-B886-408500D19CD1}" type="pres">
      <dgm:prSet presAssocID="{F2C3807B-60FD-44E6-934C-2A81D228B99F}" presName="parTx" presStyleLbl="revTx" presStyleIdx="0" presStyleCnt="3">
        <dgm:presLayoutVars>
          <dgm:chMax val="0"/>
          <dgm:chPref val="0"/>
        </dgm:presLayoutVars>
      </dgm:prSet>
      <dgm:spPr/>
    </dgm:pt>
    <dgm:pt modelId="{16AECEC9-F37F-4BA8-AB7A-421E53C9A59A}" type="pres">
      <dgm:prSet presAssocID="{1A0069DE-D8E5-4781-BDFE-332D3091948B}" presName="sibTrans" presStyleCnt="0"/>
      <dgm:spPr/>
    </dgm:pt>
    <dgm:pt modelId="{276C3863-6E97-4D0D-90CF-8879B65A75C3}" type="pres">
      <dgm:prSet presAssocID="{61E6CF33-8037-4CFB-B242-21D3CF8F248B}" presName="compNode" presStyleCnt="0"/>
      <dgm:spPr/>
    </dgm:pt>
    <dgm:pt modelId="{3DD86EDA-8C5E-472E-B147-33432D8EE079}" type="pres">
      <dgm:prSet presAssocID="{61E6CF33-8037-4CFB-B242-21D3CF8F248B}" presName="bgRect" presStyleLbl="bgShp" presStyleIdx="1" presStyleCnt="3"/>
      <dgm:spPr/>
    </dgm:pt>
    <dgm:pt modelId="{984F4EA4-BD61-4FDA-94DB-8A45706B4160}" type="pres">
      <dgm:prSet presAssocID="{61E6CF33-8037-4CFB-B242-21D3CF8F248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51213F8B-1F6B-4331-A19F-FC014E3DA9AB}" type="pres">
      <dgm:prSet presAssocID="{61E6CF33-8037-4CFB-B242-21D3CF8F248B}" presName="spaceRect" presStyleCnt="0"/>
      <dgm:spPr/>
    </dgm:pt>
    <dgm:pt modelId="{85301BD4-B0AE-43C3-92FF-2377518E5CB2}" type="pres">
      <dgm:prSet presAssocID="{61E6CF33-8037-4CFB-B242-21D3CF8F248B}" presName="parTx" presStyleLbl="revTx" presStyleIdx="1" presStyleCnt="3">
        <dgm:presLayoutVars>
          <dgm:chMax val="0"/>
          <dgm:chPref val="0"/>
        </dgm:presLayoutVars>
      </dgm:prSet>
      <dgm:spPr/>
    </dgm:pt>
    <dgm:pt modelId="{4F9EB1E0-5F69-40D4-B35F-ABDC006B6A56}" type="pres">
      <dgm:prSet presAssocID="{666418D8-FC0E-4965-9AB7-8B22D79E5E65}" presName="sibTrans" presStyleCnt="0"/>
      <dgm:spPr/>
    </dgm:pt>
    <dgm:pt modelId="{BC87A1AA-0E77-4C50-9E44-F76C48CDE97E}" type="pres">
      <dgm:prSet presAssocID="{9700C978-0434-4657-A2F3-4B57E1045505}" presName="compNode" presStyleCnt="0"/>
      <dgm:spPr/>
    </dgm:pt>
    <dgm:pt modelId="{C57225DF-A84F-473B-8D2F-9014C5395ABB}" type="pres">
      <dgm:prSet presAssocID="{9700C978-0434-4657-A2F3-4B57E1045505}" presName="bgRect" presStyleLbl="bgShp" presStyleIdx="2" presStyleCnt="3"/>
      <dgm:spPr/>
    </dgm:pt>
    <dgm:pt modelId="{40F35619-312F-4E77-A303-7AB93785BAA9}" type="pres">
      <dgm:prSet presAssocID="{9700C978-0434-4657-A2F3-4B57E104550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EA3ABD2-D5D2-4C0E-8F3F-877DA0591981}" type="pres">
      <dgm:prSet presAssocID="{9700C978-0434-4657-A2F3-4B57E1045505}" presName="spaceRect" presStyleCnt="0"/>
      <dgm:spPr/>
    </dgm:pt>
    <dgm:pt modelId="{92C0C907-2E0F-497A-B939-68FEC9F4D5E0}" type="pres">
      <dgm:prSet presAssocID="{9700C978-0434-4657-A2F3-4B57E104550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1B57F2F-D897-47E3-93DD-173696F2903F}" srcId="{87EB3B37-7222-4E3F-8A47-E90BDC570906}" destId="{F2C3807B-60FD-44E6-934C-2A81D228B99F}" srcOrd="0" destOrd="0" parTransId="{6B166700-1569-496E-A13F-779242D1FCE2}" sibTransId="{1A0069DE-D8E5-4781-BDFE-332D3091948B}"/>
    <dgm:cxn modelId="{4296B840-49EB-482A-8CF1-A8EA8822FF0A}" type="presOf" srcId="{F2C3807B-60FD-44E6-934C-2A81D228B99F}" destId="{9EA7E849-D48D-4233-B886-408500D19CD1}" srcOrd="0" destOrd="0" presId="urn:microsoft.com/office/officeart/2018/2/layout/IconVerticalSolidList"/>
    <dgm:cxn modelId="{E60DC652-EF93-4B78-926C-B4015E1B7D84}" type="presOf" srcId="{61E6CF33-8037-4CFB-B242-21D3CF8F248B}" destId="{85301BD4-B0AE-43C3-92FF-2377518E5CB2}" srcOrd="0" destOrd="0" presId="urn:microsoft.com/office/officeart/2018/2/layout/IconVerticalSolidList"/>
    <dgm:cxn modelId="{6E2E4086-CC15-4F21-9406-46A1CE4DFBCB}" type="presOf" srcId="{9700C978-0434-4657-A2F3-4B57E1045505}" destId="{92C0C907-2E0F-497A-B939-68FEC9F4D5E0}" srcOrd="0" destOrd="0" presId="urn:microsoft.com/office/officeart/2018/2/layout/IconVerticalSolidList"/>
    <dgm:cxn modelId="{37D1D391-CA53-4C6E-A95F-BBF285CA766C}" srcId="{87EB3B37-7222-4E3F-8A47-E90BDC570906}" destId="{9700C978-0434-4657-A2F3-4B57E1045505}" srcOrd="2" destOrd="0" parTransId="{E7FE3AF4-4BA4-49A2-8734-E4E80FC3BE5E}" sibTransId="{B8030CB1-655C-43C6-B6CA-C22CFDC081B6}"/>
    <dgm:cxn modelId="{71BD3FE8-0482-46E0-8496-12653E4A097B}" srcId="{87EB3B37-7222-4E3F-8A47-E90BDC570906}" destId="{61E6CF33-8037-4CFB-B242-21D3CF8F248B}" srcOrd="1" destOrd="0" parTransId="{11955627-6ADB-4DC4-A3D7-EBACE35DB0A8}" sibTransId="{666418D8-FC0E-4965-9AB7-8B22D79E5E65}"/>
    <dgm:cxn modelId="{8725E5FB-2725-4E75-870E-BEA43F18019A}" type="presOf" srcId="{87EB3B37-7222-4E3F-8A47-E90BDC570906}" destId="{EACFB0BC-7B3C-4323-8600-640ED73700BD}" srcOrd="0" destOrd="0" presId="urn:microsoft.com/office/officeart/2018/2/layout/IconVerticalSolidList"/>
    <dgm:cxn modelId="{69ACA9B5-EC1F-43CF-A1B6-3CCC59C16D82}" type="presParOf" srcId="{EACFB0BC-7B3C-4323-8600-640ED73700BD}" destId="{3A70EB1F-C71E-4B82-8A23-8985D12D5A58}" srcOrd="0" destOrd="0" presId="urn:microsoft.com/office/officeart/2018/2/layout/IconVerticalSolidList"/>
    <dgm:cxn modelId="{96931843-D4BF-4CF9-B83C-5F75E8E9D01B}" type="presParOf" srcId="{3A70EB1F-C71E-4B82-8A23-8985D12D5A58}" destId="{616E3241-65A4-485C-AFD1-F124000A9EF1}" srcOrd="0" destOrd="0" presId="urn:microsoft.com/office/officeart/2018/2/layout/IconVerticalSolidList"/>
    <dgm:cxn modelId="{5C374F0A-977C-4B3B-9F9C-6520D1EF8BA4}" type="presParOf" srcId="{3A70EB1F-C71E-4B82-8A23-8985D12D5A58}" destId="{044E9535-5B8D-488B-B6D8-24D3DEFF9DBA}" srcOrd="1" destOrd="0" presId="urn:microsoft.com/office/officeart/2018/2/layout/IconVerticalSolidList"/>
    <dgm:cxn modelId="{E950E95F-5B4F-45FE-9D09-42F2B935D45E}" type="presParOf" srcId="{3A70EB1F-C71E-4B82-8A23-8985D12D5A58}" destId="{D5449F1E-4938-4250-AB58-AEF0C604195B}" srcOrd="2" destOrd="0" presId="urn:microsoft.com/office/officeart/2018/2/layout/IconVerticalSolidList"/>
    <dgm:cxn modelId="{DF57A36E-F7FF-492D-BE23-52CB75229F95}" type="presParOf" srcId="{3A70EB1F-C71E-4B82-8A23-8985D12D5A58}" destId="{9EA7E849-D48D-4233-B886-408500D19CD1}" srcOrd="3" destOrd="0" presId="urn:microsoft.com/office/officeart/2018/2/layout/IconVerticalSolidList"/>
    <dgm:cxn modelId="{BB9CAB27-27EF-42BA-A777-68D5AA4FE8B2}" type="presParOf" srcId="{EACFB0BC-7B3C-4323-8600-640ED73700BD}" destId="{16AECEC9-F37F-4BA8-AB7A-421E53C9A59A}" srcOrd="1" destOrd="0" presId="urn:microsoft.com/office/officeart/2018/2/layout/IconVerticalSolidList"/>
    <dgm:cxn modelId="{ABEA4FCF-2B2E-4B7D-BAD6-4CA230BCFED1}" type="presParOf" srcId="{EACFB0BC-7B3C-4323-8600-640ED73700BD}" destId="{276C3863-6E97-4D0D-90CF-8879B65A75C3}" srcOrd="2" destOrd="0" presId="urn:microsoft.com/office/officeart/2018/2/layout/IconVerticalSolidList"/>
    <dgm:cxn modelId="{C1214A7B-38E1-4BDA-B8C0-71357CD9B72C}" type="presParOf" srcId="{276C3863-6E97-4D0D-90CF-8879B65A75C3}" destId="{3DD86EDA-8C5E-472E-B147-33432D8EE079}" srcOrd="0" destOrd="0" presId="urn:microsoft.com/office/officeart/2018/2/layout/IconVerticalSolidList"/>
    <dgm:cxn modelId="{2542C039-F428-4643-8EB6-5D2A38AFFB76}" type="presParOf" srcId="{276C3863-6E97-4D0D-90CF-8879B65A75C3}" destId="{984F4EA4-BD61-4FDA-94DB-8A45706B4160}" srcOrd="1" destOrd="0" presId="urn:microsoft.com/office/officeart/2018/2/layout/IconVerticalSolidList"/>
    <dgm:cxn modelId="{D3D98901-C143-470B-996F-AA377958DA47}" type="presParOf" srcId="{276C3863-6E97-4D0D-90CF-8879B65A75C3}" destId="{51213F8B-1F6B-4331-A19F-FC014E3DA9AB}" srcOrd="2" destOrd="0" presId="urn:microsoft.com/office/officeart/2018/2/layout/IconVerticalSolidList"/>
    <dgm:cxn modelId="{5EA4ABAA-8072-4C99-B494-D22ADBBA118F}" type="presParOf" srcId="{276C3863-6E97-4D0D-90CF-8879B65A75C3}" destId="{85301BD4-B0AE-43C3-92FF-2377518E5CB2}" srcOrd="3" destOrd="0" presId="urn:microsoft.com/office/officeart/2018/2/layout/IconVerticalSolidList"/>
    <dgm:cxn modelId="{ACD50E28-6C20-4D3B-87D3-075C3C74C23C}" type="presParOf" srcId="{EACFB0BC-7B3C-4323-8600-640ED73700BD}" destId="{4F9EB1E0-5F69-40D4-B35F-ABDC006B6A56}" srcOrd="3" destOrd="0" presId="urn:microsoft.com/office/officeart/2018/2/layout/IconVerticalSolidList"/>
    <dgm:cxn modelId="{C461E423-9D35-4EDD-BA18-379D80E513A4}" type="presParOf" srcId="{EACFB0BC-7B3C-4323-8600-640ED73700BD}" destId="{BC87A1AA-0E77-4C50-9E44-F76C48CDE97E}" srcOrd="4" destOrd="0" presId="urn:microsoft.com/office/officeart/2018/2/layout/IconVerticalSolidList"/>
    <dgm:cxn modelId="{581A1545-17B7-4EB9-8B63-2B17857A95C8}" type="presParOf" srcId="{BC87A1AA-0E77-4C50-9E44-F76C48CDE97E}" destId="{C57225DF-A84F-473B-8D2F-9014C5395ABB}" srcOrd="0" destOrd="0" presId="urn:microsoft.com/office/officeart/2018/2/layout/IconVerticalSolidList"/>
    <dgm:cxn modelId="{FC8FD2FF-69B7-4AF8-8EA0-9286CA01DA05}" type="presParOf" srcId="{BC87A1AA-0E77-4C50-9E44-F76C48CDE97E}" destId="{40F35619-312F-4E77-A303-7AB93785BAA9}" srcOrd="1" destOrd="0" presId="urn:microsoft.com/office/officeart/2018/2/layout/IconVerticalSolidList"/>
    <dgm:cxn modelId="{FD5BA487-6F0A-4F0F-8C2B-3687C13B185B}" type="presParOf" srcId="{BC87A1AA-0E77-4C50-9E44-F76C48CDE97E}" destId="{CEA3ABD2-D5D2-4C0E-8F3F-877DA0591981}" srcOrd="2" destOrd="0" presId="urn:microsoft.com/office/officeart/2018/2/layout/IconVerticalSolidList"/>
    <dgm:cxn modelId="{CD51BCC3-DF32-48B1-A2A0-CBF41930C9FF}" type="presParOf" srcId="{BC87A1AA-0E77-4C50-9E44-F76C48CDE97E}" destId="{92C0C907-2E0F-497A-B939-68FEC9F4D5E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90CF9-CA3E-4C93-87A4-6FC088E93D3C}">
      <dsp:nvSpPr>
        <dsp:cNvPr id="0" name=""/>
        <dsp:cNvSpPr/>
      </dsp:nvSpPr>
      <dsp:spPr>
        <a:xfrm>
          <a:off x="0" y="845551"/>
          <a:ext cx="2828924" cy="179636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641E45-4713-4DC8-B0FE-EB6F12C98F83}">
      <dsp:nvSpPr>
        <dsp:cNvPr id="0" name=""/>
        <dsp:cNvSpPr/>
      </dsp:nvSpPr>
      <dsp:spPr>
        <a:xfrm>
          <a:off x="314325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Real-World Problem:</a:t>
          </a:r>
          <a:br>
            <a:rPr lang="en-US" sz="1400" kern="1200"/>
          </a:br>
          <a:r>
            <a:rPr lang="en-US" sz="1400" kern="1200"/>
            <a:t>Lack of reliable Remaining Useful Life (RUL) prediction for critical rotating components (e.g., shafts, turbines, motors). Failures lead to downtime and high maintenance costs.</a:t>
          </a:r>
        </a:p>
      </dsp:txBody>
      <dsp:txXfrm>
        <a:off x="366939" y="1196774"/>
        <a:ext cx="2723696" cy="1691139"/>
      </dsp:txXfrm>
    </dsp:sp>
    <dsp:sp modelId="{A32BFFAE-ECA6-4D92-B228-91C114EB69B5}">
      <dsp:nvSpPr>
        <dsp:cNvPr id="0" name=""/>
        <dsp:cNvSpPr/>
      </dsp:nvSpPr>
      <dsp:spPr>
        <a:xfrm>
          <a:off x="3457574" y="845551"/>
          <a:ext cx="2828924" cy="179636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98EE00-1E56-4516-8E3C-24EBF817A0A1}">
      <dsp:nvSpPr>
        <dsp:cNvPr id="0" name=""/>
        <dsp:cNvSpPr/>
      </dsp:nvSpPr>
      <dsp:spPr>
        <a:xfrm>
          <a:off x="3771899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Traditional Limitation:</a:t>
          </a:r>
          <a:br>
            <a:rPr lang="en-US" sz="1400" kern="1200"/>
          </a:br>
          <a:r>
            <a:rPr lang="en-US" sz="1400" kern="1200"/>
            <a:t>Conventional maintenance (time-based or reactive) detects faults but cannot predict </a:t>
          </a:r>
          <a:r>
            <a:rPr lang="en-US" sz="1400" i="1" kern="1200"/>
            <a:t>when</a:t>
          </a:r>
          <a:r>
            <a:rPr lang="en-US" sz="1400" kern="1200"/>
            <a:t> failure will happen.</a:t>
          </a:r>
        </a:p>
      </dsp:txBody>
      <dsp:txXfrm>
        <a:off x="3824513" y="1196774"/>
        <a:ext cx="2723696" cy="1691139"/>
      </dsp:txXfrm>
    </dsp:sp>
    <dsp:sp modelId="{B2D4DFA0-C94D-49F2-A33D-7E962F6593DF}">
      <dsp:nvSpPr>
        <dsp:cNvPr id="0" name=""/>
        <dsp:cNvSpPr/>
      </dsp:nvSpPr>
      <dsp:spPr>
        <a:xfrm>
          <a:off x="6915149" y="845551"/>
          <a:ext cx="2828924" cy="179636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E80007-97DE-4CFC-843E-34F701E95D5E}">
      <dsp:nvSpPr>
        <dsp:cNvPr id="0" name=""/>
        <dsp:cNvSpPr/>
      </dsp:nvSpPr>
      <dsp:spPr>
        <a:xfrm>
          <a:off x="7229475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Project Goal:</a:t>
          </a:r>
          <a:br>
            <a:rPr lang="en-US" sz="1400" kern="1200"/>
          </a:br>
          <a:r>
            <a:rPr lang="en-US" sz="1400" kern="1200"/>
            <a:t>To develop a digital twin-based predictive maintenance system for rotating shafts — using MATLAB Simulink for simulation and AI (LSTM) for RUL prediction.</a:t>
          </a:r>
        </a:p>
      </dsp:txBody>
      <dsp:txXfrm>
        <a:off x="7282089" y="1196774"/>
        <a:ext cx="2723696" cy="16911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B6EAB7-985E-4ADA-9A0C-820B529CE05B}">
      <dsp:nvSpPr>
        <dsp:cNvPr id="0" name=""/>
        <dsp:cNvSpPr/>
      </dsp:nvSpPr>
      <dsp:spPr>
        <a:xfrm>
          <a:off x="1243179" y="29"/>
          <a:ext cx="2163440" cy="10817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Raja Singh et al., 2023</a:t>
          </a:r>
          <a:r>
            <a:rPr lang="en-IN" sz="1100" kern="1200"/>
            <a:t> – “Building a Digital Twin Powered Intelligent Predictive Maintenance System for Industrial AC Machines” </a:t>
          </a:r>
          <a:r>
            <a:rPr lang="en-IN" sz="1100" i="1" kern="1200"/>
            <a:t>(MDPI)</a:t>
          </a:r>
          <a:endParaRPr lang="en-US" sz="1100" kern="1200"/>
        </a:p>
      </dsp:txBody>
      <dsp:txXfrm>
        <a:off x="1274861" y="31711"/>
        <a:ext cx="2100076" cy="1018356"/>
      </dsp:txXfrm>
    </dsp:sp>
    <dsp:sp modelId="{6C0CADA2-3122-47D0-858A-29950FE96D48}">
      <dsp:nvSpPr>
        <dsp:cNvPr id="0" name=""/>
        <dsp:cNvSpPr/>
      </dsp:nvSpPr>
      <dsp:spPr>
        <a:xfrm>
          <a:off x="1459523" y="1081749"/>
          <a:ext cx="216344" cy="8112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1290"/>
              </a:lnTo>
              <a:lnTo>
                <a:pt x="216344" y="81129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415786-31B3-4C6F-9E35-BA96631678C3}">
      <dsp:nvSpPr>
        <dsp:cNvPr id="0" name=""/>
        <dsp:cNvSpPr/>
      </dsp:nvSpPr>
      <dsp:spPr>
        <a:xfrm>
          <a:off x="1675867" y="1352179"/>
          <a:ext cx="1730752" cy="10817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Demonstrated DT integration for motor health monitoring.</a:t>
          </a:r>
          <a:endParaRPr lang="en-US" sz="1100" kern="1200"/>
        </a:p>
      </dsp:txBody>
      <dsp:txXfrm>
        <a:off x="1707549" y="1383861"/>
        <a:ext cx="1667388" cy="1018356"/>
      </dsp:txXfrm>
    </dsp:sp>
    <dsp:sp modelId="{FC9378AB-3530-474C-BD51-650973AE5F72}">
      <dsp:nvSpPr>
        <dsp:cNvPr id="0" name=""/>
        <dsp:cNvSpPr/>
      </dsp:nvSpPr>
      <dsp:spPr>
        <a:xfrm>
          <a:off x="3947479" y="29"/>
          <a:ext cx="2163440" cy="10817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Han et al., 2022</a:t>
          </a:r>
          <a:r>
            <a:rPr lang="en-IN" sz="1100" kern="1200"/>
            <a:t> – “Overview of Predictive Maintenance Based on Digital Twin Technology” </a:t>
          </a:r>
          <a:r>
            <a:rPr lang="en-IN" sz="1100" i="1" kern="1200"/>
            <a:t>(Mechanical Systems &amp; Signal Processing)</a:t>
          </a:r>
          <a:endParaRPr lang="en-US" sz="1100" kern="1200"/>
        </a:p>
      </dsp:txBody>
      <dsp:txXfrm>
        <a:off x="3979161" y="31711"/>
        <a:ext cx="2100076" cy="1018356"/>
      </dsp:txXfrm>
    </dsp:sp>
    <dsp:sp modelId="{38E303A6-994B-43B5-BED4-A10D3DCE0E58}">
      <dsp:nvSpPr>
        <dsp:cNvPr id="0" name=""/>
        <dsp:cNvSpPr/>
      </dsp:nvSpPr>
      <dsp:spPr>
        <a:xfrm>
          <a:off x="4163823" y="1081749"/>
          <a:ext cx="216344" cy="8112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1290"/>
              </a:lnTo>
              <a:lnTo>
                <a:pt x="216344" y="81129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891E15-0171-4CB8-B4CC-4CE48EE80028}">
      <dsp:nvSpPr>
        <dsp:cNvPr id="0" name=""/>
        <dsp:cNvSpPr/>
      </dsp:nvSpPr>
      <dsp:spPr>
        <a:xfrm>
          <a:off x="4380167" y="1352179"/>
          <a:ext cx="1730752" cy="10817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Reviewed methods for digital twin-driven fault diagnosis in rotating systems.</a:t>
          </a:r>
          <a:endParaRPr lang="en-US" sz="1100" kern="1200"/>
        </a:p>
      </dsp:txBody>
      <dsp:txXfrm>
        <a:off x="4411849" y="1383861"/>
        <a:ext cx="1667388" cy="1018356"/>
      </dsp:txXfrm>
    </dsp:sp>
    <dsp:sp modelId="{0B15B3A8-237B-4617-A72E-7ED2A62BE8C0}">
      <dsp:nvSpPr>
        <dsp:cNvPr id="0" name=""/>
        <dsp:cNvSpPr/>
      </dsp:nvSpPr>
      <dsp:spPr>
        <a:xfrm>
          <a:off x="6651780" y="29"/>
          <a:ext cx="2163440" cy="10817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Gap Identified:</a:t>
          </a:r>
          <a:endParaRPr lang="en-US" sz="1100" kern="1200"/>
        </a:p>
      </dsp:txBody>
      <dsp:txXfrm>
        <a:off x="6683462" y="31711"/>
        <a:ext cx="2100076" cy="1018356"/>
      </dsp:txXfrm>
    </dsp:sp>
    <dsp:sp modelId="{C4638FF7-8C01-418C-82C0-84C4BE093208}">
      <dsp:nvSpPr>
        <dsp:cNvPr id="0" name=""/>
        <dsp:cNvSpPr/>
      </dsp:nvSpPr>
      <dsp:spPr>
        <a:xfrm>
          <a:off x="6868124" y="1081749"/>
          <a:ext cx="216344" cy="8112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1290"/>
              </a:lnTo>
              <a:lnTo>
                <a:pt x="216344" y="81129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CCB269-A500-494D-9C3F-A90606FE0057}">
      <dsp:nvSpPr>
        <dsp:cNvPr id="0" name=""/>
        <dsp:cNvSpPr/>
      </dsp:nvSpPr>
      <dsp:spPr>
        <a:xfrm>
          <a:off x="7084468" y="1352179"/>
          <a:ext cx="1730752" cy="10817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Existing work focuses on high-level system modeling.</a:t>
          </a:r>
          <a:endParaRPr lang="en-US" sz="1100" kern="1200"/>
        </a:p>
      </dsp:txBody>
      <dsp:txXfrm>
        <a:off x="7116150" y="1383861"/>
        <a:ext cx="1667388" cy="1018356"/>
      </dsp:txXfrm>
    </dsp:sp>
    <dsp:sp modelId="{8A639D0D-F7B7-4D1D-8172-256464A2A0E4}">
      <dsp:nvSpPr>
        <dsp:cNvPr id="0" name=""/>
        <dsp:cNvSpPr/>
      </dsp:nvSpPr>
      <dsp:spPr>
        <a:xfrm>
          <a:off x="6868124" y="1081749"/>
          <a:ext cx="216344" cy="21634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63440"/>
              </a:lnTo>
              <a:lnTo>
                <a:pt x="216344" y="216344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76E96B-4EAC-4E10-B626-B79A95886196}">
      <dsp:nvSpPr>
        <dsp:cNvPr id="0" name=""/>
        <dsp:cNvSpPr/>
      </dsp:nvSpPr>
      <dsp:spPr>
        <a:xfrm>
          <a:off x="7084468" y="2704330"/>
          <a:ext cx="1730752" cy="10817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This project focuses on shaft-level simulation using MATLAB Simscape</a:t>
          </a:r>
          <a:r>
            <a:rPr lang="en-IN" sz="1100" kern="1200"/>
            <a:t> — providing deeper insight into component behavior.</a:t>
          </a:r>
          <a:endParaRPr lang="en-US" sz="1100" kern="1200"/>
        </a:p>
      </dsp:txBody>
      <dsp:txXfrm>
        <a:off x="7116150" y="2736012"/>
        <a:ext cx="1667388" cy="10183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4CCC68-9496-49B5-B605-0B795C3C2EC8}">
      <dsp:nvSpPr>
        <dsp:cNvPr id="0" name=""/>
        <dsp:cNvSpPr/>
      </dsp:nvSpPr>
      <dsp:spPr>
        <a:xfrm>
          <a:off x="0" y="278270"/>
          <a:ext cx="6797675" cy="2088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354076" rIns="527575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/>
            <a:t>Ideal Torque Source (motor input)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/>
            <a:t>Rotational Spring &amp; Damper (shaft stiffness &amp; damping)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/>
            <a:t>Inertia (shaft mass)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/>
            <a:t>Motion &amp; Torque Sensors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/>
            <a:t>Mechanical Reference + Solver Configuration</a:t>
          </a:r>
          <a:endParaRPr lang="en-US" sz="1700" kern="1200"/>
        </a:p>
      </dsp:txBody>
      <dsp:txXfrm>
        <a:off x="0" y="278270"/>
        <a:ext cx="6797675" cy="2088450"/>
      </dsp:txXfrm>
    </dsp:sp>
    <dsp:sp modelId="{799D473D-1462-4373-BA83-0A5AFD3A20E7}">
      <dsp:nvSpPr>
        <dsp:cNvPr id="0" name=""/>
        <dsp:cNvSpPr/>
      </dsp:nvSpPr>
      <dsp:spPr>
        <a:xfrm>
          <a:off x="339883" y="27350"/>
          <a:ext cx="4758372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Components:</a:t>
          </a:r>
          <a:endParaRPr lang="en-US" sz="1700" kern="1200"/>
        </a:p>
      </dsp:txBody>
      <dsp:txXfrm>
        <a:off x="364381" y="51848"/>
        <a:ext cx="4709376" cy="452844"/>
      </dsp:txXfrm>
    </dsp:sp>
    <dsp:sp modelId="{10AC3978-66FF-40B4-BDF9-E083DCADB4EA}">
      <dsp:nvSpPr>
        <dsp:cNvPr id="0" name=""/>
        <dsp:cNvSpPr/>
      </dsp:nvSpPr>
      <dsp:spPr>
        <a:xfrm>
          <a:off x="0" y="2709440"/>
          <a:ext cx="6797675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354076" rIns="527575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/>
            <a:t>Torque signal → out.torque_out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/>
            <a:t>Angular velocity → out.omega_out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/>
            <a:t>Vibration signal → out.vibration_signal</a:t>
          </a:r>
          <a:endParaRPr lang="en-US" sz="1700" kern="1200"/>
        </a:p>
      </dsp:txBody>
      <dsp:txXfrm>
        <a:off x="0" y="2709440"/>
        <a:ext cx="6797675" cy="1285200"/>
      </dsp:txXfrm>
    </dsp:sp>
    <dsp:sp modelId="{45D76845-4CF3-416B-852E-90BB28581AFD}">
      <dsp:nvSpPr>
        <dsp:cNvPr id="0" name=""/>
        <dsp:cNvSpPr/>
      </dsp:nvSpPr>
      <dsp:spPr>
        <a:xfrm>
          <a:off x="339883" y="2458521"/>
          <a:ext cx="4758372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Outputs:</a:t>
          </a:r>
          <a:endParaRPr lang="en-US" sz="1700" kern="1200"/>
        </a:p>
      </dsp:txBody>
      <dsp:txXfrm>
        <a:off x="364381" y="2483019"/>
        <a:ext cx="4709376" cy="452844"/>
      </dsp:txXfrm>
    </dsp:sp>
    <dsp:sp modelId="{CC7FB0BD-2749-4567-935A-FFBB77D55288}">
      <dsp:nvSpPr>
        <dsp:cNvPr id="0" name=""/>
        <dsp:cNvSpPr/>
      </dsp:nvSpPr>
      <dsp:spPr>
        <a:xfrm>
          <a:off x="0" y="4337361"/>
          <a:ext cx="6797675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354076" rIns="527575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/>
            <a:t>Smooth acceleration to steady-state speed.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/>
            <a:t>Torque constant, no oscillations.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/>
            <a:t>Represents stable shaft operation.</a:t>
          </a:r>
          <a:endParaRPr lang="en-US" sz="1700" kern="1200"/>
        </a:p>
      </dsp:txBody>
      <dsp:txXfrm>
        <a:off x="0" y="4337361"/>
        <a:ext cx="6797675" cy="1285200"/>
      </dsp:txXfrm>
    </dsp:sp>
    <dsp:sp modelId="{B488EB5A-869C-4283-BC39-80CED8EA59F0}">
      <dsp:nvSpPr>
        <dsp:cNvPr id="0" name=""/>
        <dsp:cNvSpPr/>
      </dsp:nvSpPr>
      <dsp:spPr>
        <a:xfrm>
          <a:off x="339883" y="4086441"/>
          <a:ext cx="4758372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Result (Healthy Condition):</a:t>
          </a:r>
          <a:endParaRPr lang="en-US" sz="1700" kern="1200"/>
        </a:p>
      </dsp:txBody>
      <dsp:txXfrm>
        <a:off x="364381" y="4110939"/>
        <a:ext cx="4709376" cy="4528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8C1EBE-AE6A-4E73-8E01-81E22A92B3A7}">
      <dsp:nvSpPr>
        <dsp:cNvPr id="0" name=""/>
        <dsp:cNvSpPr/>
      </dsp:nvSpPr>
      <dsp:spPr>
        <a:xfrm>
          <a:off x="331199" y="37645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B701CD-985F-46A2-8867-764ACCCD2263}">
      <dsp:nvSpPr>
        <dsp:cNvPr id="0" name=""/>
        <dsp:cNvSpPr/>
      </dsp:nvSpPr>
      <dsp:spPr>
        <a:xfrm>
          <a:off x="331199" y="170812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/>
            <a:t>Observation:</a:t>
          </a:r>
          <a:endParaRPr lang="en-US" sz="3600" kern="1200"/>
        </a:p>
      </dsp:txBody>
      <dsp:txXfrm>
        <a:off x="331199" y="1708126"/>
        <a:ext cx="4320000" cy="648000"/>
      </dsp:txXfrm>
    </dsp:sp>
    <dsp:sp modelId="{12F5C3CE-95CB-45AD-AE41-22359AF8CB67}">
      <dsp:nvSpPr>
        <dsp:cNvPr id="0" name=""/>
        <dsp:cNvSpPr/>
      </dsp:nvSpPr>
      <dsp:spPr>
        <a:xfrm>
          <a:off x="331199" y="2429838"/>
          <a:ext cx="4320000" cy="1293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Angular velocity increases and stabilizes → healthy rotation.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Torque output constant (steady-state).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Vibration signal low and stable.</a:t>
          </a:r>
        </a:p>
      </dsp:txBody>
      <dsp:txXfrm>
        <a:off x="331199" y="2429838"/>
        <a:ext cx="4320000" cy="1293406"/>
      </dsp:txXfrm>
    </dsp:sp>
    <dsp:sp modelId="{07BD74F5-EE5D-4838-BE5A-2BDB4113900D}">
      <dsp:nvSpPr>
        <dsp:cNvPr id="0" name=""/>
        <dsp:cNvSpPr/>
      </dsp:nvSpPr>
      <dsp:spPr>
        <a:xfrm>
          <a:off x="5407199" y="37645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14FB9-6E35-4EB3-A79F-F64BA30E39C9}">
      <dsp:nvSpPr>
        <dsp:cNvPr id="0" name=""/>
        <dsp:cNvSpPr/>
      </dsp:nvSpPr>
      <dsp:spPr>
        <a:xfrm>
          <a:off x="5407199" y="170812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3600" b="1" kern="1200"/>
            <a:t>Interpretation</a:t>
          </a:r>
          <a:r>
            <a:rPr lang="en-US" sz="3600" b="1" kern="1200"/>
            <a:t>:</a:t>
          </a:r>
          <a:endParaRPr lang="en-US" sz="3600" kern="1200"/>
        </a:p>
      </dsp:txBody>
      <dsp:txXfrm>
        <a:off x="5407199" y="1708126"/>
        <a:ext cx="4320000" cy="648000"/>
      </dsp:txXfrm>
    </dsp:sp>
    <dsp:sp modelId="{A78EF9E3-3818-4FB6-B3B6-3C10EA082804}">
      <dsp:nvSpPr>
        <dsp:cNvPr id="0" name=""/>
        <dsp:cNvSpPr/>
      </dsp:nvSpPr>
      <dsp:spPr>
        <a:xfrm>
          <a:off x="5407199" y="2429838"/>
          <a:ext cx="4320000" cy="1293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digital twin baseline confirms realistic mechanical dynamics of the shaft under normal operating conditions.</a:t>
          </a:r>
        </a:p>
      </dsp:txBody>
      <dsp:txXfrm>
        <a:off x="5407199" y="2429838"/>
        <a:ext cx="4320000" cy="12934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290873-2EFF-435F-8A78-8C12DDEF5520}">
      <dsp:nvSpPr>
        <dsp:cNvPr id="0" name=""/>
        <dsp:cNvSpPr/>
      </dsp:nvSpPr>
      <dsp:spPr>
        <a:xfrm>
          <a:off x="134825" y="275313"/>
          <a:ext cx="1295909" cy="129590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364B46-0AA8-48A6-8F7D-E4E098191734}">
      <dsp:nvSpPr>
        <dsp:cNvPr id="0" name=""/>
        <dsp:cNvSpPr/>
      </dsp:nvSpPr>
      <dsp:spPr>
        <a:xfrm>
          <a:off x="406966" y="547454"/>
          <a:ext cx="751627" cy="7516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ADC638-451F-4710-A78C-5E25B5171679}">
      <dsp:nvSpPr>
        <dsp:cNvPr id="0" name=""/>
        <dsp:cNvSpPr/>
      </dsp:nvSpPr>
      <dsp:spPr>
        <a:xfrm>
          <a:off x="1708430" y="275313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Fault introduction successfully simulated in the digital twin.</a:t>
          </a:r>
          <a:endParaRPr lang="en-US" sz="2000" kern="1200"/>
        </a:p>
      </dsp:txBody>
      <dsp:txXfrm>
        <a:off x="1708430" y="275313"/>
        <a:ext cx="3054644" cy="1295909"/>
      </dsp:txXfrm>
    </dsp:sp>
    <dsp:sp modelId="{30933832-7BD2-4CB4-9ADB-8D4394E293D5}">
      <dsp:nvSpPr>
        <dsp:cNvPr id="0" name=""/>
        <dsp:cNvSpPr/>
      </dsp:nvSpPr>
      <dsp:spPr>
        <a:xfrm>
          <a:off x="5295324" y="275313"/>
          <a:ext cx="1295909" cy="129590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773F8D-A887-400D-8A66-8C1E3F34982E}">
      <dsp:nvSpPr>
        <dsp:cNvPr id="0" name=""/>
        <dsp:cNvSpPr/>
      </dsp:nvSpPr>
      <dsp:spPr>
        <a:xfrm>
          <a:off x="5567465" y="547454"/>
          <a:ext cx="751627" cy="7516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96AFC-F58F-49BC-9699-66ED380866EC}">
      <dsp:nvSpPr>
        <dsp:cNvPr id="0" name=""/>
        <dsp:cNvSpPr/>
      </dsp:nvSpPr>
      <dsp:spPr>
        <a:xfrm>
          <a:off x="6868929" y="275313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Signal analysis confirms clear distinction between healthy and faulty states.</a:t>
          </a:r>
          <a:endParaRPr lang="en-US" sz="2000" kern="1200"/>
        </a:p>
      </dsp:txBody>
      <dsp:txXfrm>
        <a:off x="6868929" y="275313"/>
        <a:ext cx="3054644" cy="1295909"/>
      </dsp:txXfrm>
    </dsp:sp>
    <dsp:sp modelId="{C30F9460-747E-4884-8AA4-C24D240BE42D}">
      <dsp:nvSpPr>
        <dsp:cNvPr id="0" name=""/>
        <dsp:cNvSpPr/>
      </dsp:nvSpPr>
      <dsp:spPr>
        <a:xfrm>
          <a:off x="134825" y="2214856"/>
          <a:ext cx="1295909" cy="129590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23EC2D-BFAA-4809-8277-3C83335147FC}">
      <dsp:nvSpPr>
        <dsp:cNvPr id="0" name=""/>
        <dsp:cNvSpPr/>
      </dsp:nvSpPr>
      <dsp:spPr>
        <a:xfrm>
          <a:off x="406966" y="2486997"/>
          <a:ext cx="751627" cy="7516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95DA43-15BA-4DEF-956B-AA6E0B5D2DEB}">
      <dsp:nvSpPr>
        <dsp:cNvPr id="0" name=""/>
        <dsp:cNvSpPr/>
      </dsp:nvSpPr>
      <dsp:spPr>
        <a:xfrm>
          <a:off x="1708430" y="2214856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FFT and RMS are effective fault indicators.</a:t>
          </a:r>
          <a:endParaRPr lang="en-US" sz="2000" kern="1200"/>
        </a:p>
      </dsp:txBody>
      <dsp:txXfrm>
        <a:off x="1708430" y="2214856"/>
        <a:ext cx="3054644" cy="1295909"/>
      </dsp:txXfrm>
    </dsp:sp>
    <dsp:sp modelId="{4A2BDB6C-64A7-488C-B126-1628FA03E198}">
      <dsp:nvSpPr>
        <dsp:cNvPr id="0" name=""/>
        <dsp:cNvSpPr/>
      </dsp:nvSpPr>
      <dsp:spPr>
        <a:xfrm>
          <a:off x="5295324" y="2214856"/>
          <a:ext cx="1295909" cy="129590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2989F-0ACB-47E9-884E-CC2CF7CF0A65}">
      <dsp:nvSpPr>
        <dsp:cNvPr id="0" name=""/>
        <dsp:cNvSpPr/>
      </dsp:nvSpPr>
      <dsp:spPr>
        <a:xfrm>
          <a:off x="5567465" y="2486997"/>
          <a:ext cx="751627" cy="75162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517D6F-DFD0-45BD-A49C-CB0AF3144C81}">
      <dsp:nvSpPr>
        <dsp:cNvPr id="0" name=""/>
        <dsp:cNvSpPr/>
      </dsp:nvSpPr>
      <dsp:spPr>
        <a:xfrm>
          <a:off x="6868929" y="2214856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Digital twin provides virtual fault data for training predictive models (e.g., LSTM).</a:t>
          </a:r>
          <a:endParaRPr lang="en-US" sz="2000" kern="1200"/>
        </a:p>
      </dsp:txBody>
      <dsp:txXfrm>
        <a:off x="6868929" y="2214856"/>
        <a:ext cx="3054644" cy="129590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09AED6-6A46-4E00-8406-E1F881EFD6D8}">
      <dsp:nvSpPr>
        <dsp:cNvPr id="0" name=""/>
        <dsp:cNvSpPr/>
      </dsp:nvSpPr>
      <dsp:spPr>
        <a:xfrm>
          <a:off x="2946" y="256585"/>
          <a:ext cx="2337792" cy="327290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263" tIns="330200" rIns="18226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Generate more fault data (different damping/stiffness levels).</a:t>
          </a:r>
          <a:endParaRPr lang="en-US" sz="1800" kern="1200"/>
        </a:p>
      </dsp:txBody>
      <dsp:txXfrm>
        <a:off x="2946" y="1500290"/>
        <a:ext cx="2337792" cy="1963745"/>
      </dsp:txXfrm>
    </dsp:sp>
    <dsp:sp modelId="{B08A682D-18EB-4E9D-A9A4-8728B1D1A0AE}">
      <dsp:nvSpPr>
        <dsp:cNvPr id="0" name=""/>
        <dsp:cNvSpPr/>
      </dsp:nvSpPr>
      <dsp:spPr>
        <a:xfrm>
          <a:off x="680906" y="583876"/>
          <a:ext cx="981872" cy="98187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551" tIns="12700" rIns="76551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1</a:t>
          </a:r>
        </a:p>
      </dsp:txBody>
      <dsp:txXfrm>
        <a:off x="824698" y="727668"/>
        <a:ext cx="694288" cy="694288"/>
      </dsp:txXfrm>
    </dsp:sp>
    <dsp:sp modelId="{43C73369-EAFC-41E1-B6BB-AFA990523F51}">
      <dsp:nvSpPr>
        <dsp:cNvPr id="0" name=""/>
        <dsp:cNvSpPr/>
      </dsp:nvSpPr>
      <dsp:spPr>
        <a:xfrm>
          <a:off x="2946" y="3529422"/>
          <a:ext cx="2337792" cy="72"/>
        </a:xfrm>
        <a:prstGeom prst="rect">
          <a:avLst/>
        </a:prstGeom>
        <a:solidFill>
          <a:schemeClr val="accent2">
            <a:hueOff val="-190261"/>
            <a:satOff val="-84"/>
            <a:lumOff val="224"/>
            <a:alphaOff val="0"/>
          </a:schemeClr>
        </a:solidFill>
        <a:ln w="15875" cap="flat" cmpd="sng" algn="ctr">
          <a:solidFill>
            <a:schemeClr val="accent2">
              <a:hueOff val="-190261"/>
              <a:satOff val="-84"/>
              <a:lumOff val="2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FC4F90-BEC8-41E8-A7D8-C09B470EC53F}">
      <dsp:nvSpPr>
        <dsp:cNvPr id="0" name=""/>
        <dsp:cNvSpPr/>
      </dsp:nvSpPr>
      <dsp:spPr>
        <a:xfrm>
          <a:off x="2574518" y="256585"/>
          <a:ext cx="2337792" cy="3272909"/>
        </a:xfrm>
        <a:prstGeom prst="rect">
          <a:avLst/>
        </a:prstGeom>
        <a:solidFill>
          <a:schemeClr val="accent2">
            <a:tint val="40000"/>
            <a:alpha val="90000"/>
            <a:hueOff val="-619280"/>
            <a:satOff val="1307"/>
            <a:lumOff val="135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619280"/>
              <a:satOff val="1307"/>
              <a:lumOff val="1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263" tIns="330200" rIns="18226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Automate feature extraction (RMS, FFT peaks).</a:t>
          </a:r>
          <a:endParaRPr lang="en-US" sz="1800" kern="1200"/>
        </a:p>
      </dsp:txBody>
      <dsp:txXfrm>
        <a:off x="2574518" y="1500290"/>
        <a:ext cx="2337792" cy="1963745"/>
      </dsp:txXfrm>
    </dsp:sp>
    <dsp:sp modelId="{45043971-1D64-4511-AD64-F55491EB5B7C}">
      <dsp:nvSpPr>
        <dsp:cNvPr id="0" name=""/>
        <dsp:cNvSpPr/>
      </dsp:nvSpPr>
      <dsp:spPr>
        <a:xfrm>
          <a:off x="3252477" y="583876"/>
          <a:ext cx="981872" cy="981872"/>
        </a:xfrm>
        <a:prstGeom prst="ellipse">
          <a:avLst/>
        </a:prstGeom>
        <a:solidFill>
          <a:schemeClr val="accent2">
            <a:hueOff val="-380521"/>
            <a:satOff val="-167"/>
            <a:lumOff val="448"/>
            <a:alphaOff val="0"/>
          </a:schemeClr>
        </a:solidFill>
        <a:ln w="15875" cap="flat" cmpd="sng" algn="ctr">
          <a:solidFill>
            <a:schemeClr val="accent2">
              <a:hueOff val="-380521"/>
              <a:satOff val="-167"/>
              <a:lumOff val="44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551" tIns="12700" rIns="76551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2</a:t>
          </a:r>
        </a:p>
      </dsp:txBody>
      <dsp:txXfrm>
        <a:off x="3396269" y="727668"/>
        <a:ext cx="694288" cy="694288"/>
      </dsp:txXfrm>
    </dsp:sp>
    <dsp:sp modelId="{D393E7A9-8509-489E-93A5-D408066F717D}">
      <dsp:nvSpPr>
        <dsp:cNvPr id="0" name=""/>
        <dsp:cNvSpPr/>
      </dsp:nvSpPr>
      <dsp:spPr>
        <a:xfrm>
          <a:off x="2574518" y="3529422"/>
          <a:ext cx="2337792" cy="72"/>
        </a:xfrm>
        <a:prstGeom prst="rect">
          <a:avLst/>
        </a:prstGeom>
        <a:solidFill>
          <a:schemeClr val="accent2">
            <a:hueOff val="-570782"/>
            <a:satOff val="-251"/>
            <a:lumOff val="672"/>
            <a:alphaOff val="0"/>
          </a:schemeClr>
        </a:solidFill>
        <a:ln w="15875" cap="flat" cmpd="sng" algn="ctr">
          <a:solidFill>
            <a:schemeClr val="accent2">
              <a:hueOff val="-570782"/>
              <a:satOff val="-251"/>
              <a:lumOff val="6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AC10EF-694A-4C66-9A77-4D58EC0C98BA}">
      <dsp:nvSpPr>
        <dsp:cNvPr id="0" name=""/>
        <dsp:cNvSpPr/>
      </dsp:nvSpPr>
      <dsp:spPr>
        <a:xfrm>
          <a:off x="5146089" y="256585"/>
          <a:ext cx="2337792" cy="3272909"/>
        </a:xfrm>
        <a:prstGeom prst="rect">
          <a:avLst/>
        </a:prstGeom>
        <a:solidFill>
          <a:schemeClr val="accent2">
            <a:tint val="40000"/>
            <a:alpha val="90000"/>
            <a:hueOff val="-1238560"/>
            <a:satOff val="2615"/>
            <a:lumOff val="269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238560"/>
              <a:satOff val="2615"/>
              <a:lumOff val="2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263" tIns="330200" rIns="18226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Train LSTM model for Remaining Useful Life (RUL) prediction.</a:t>
          </a:r>
          <a:endParaRPr lang="en-US" sz="1800" kern="1200"/>
        </a:p>
      </dsp:txBody>
      <dsp:txXfrm>
        <a:off x="5146089" y="1500290"/>
        <a:ext cx="2337792" cy="1963745"/>
      </dsp:txXfrm>
    </dsp:sp>
    <dsp:sp modelId="{216C0D33-EF31-4AA5-B98D-893C63DAD7F1}">
      <dsp:nvSpPr>
        <dsp:cNvPr id="0" name=""/>
        <dsp:cNvSpPr/>
      </dsp:nvSpPr>
      <dsp:spPr>
        <a:xfrm>
          <a:off x="5824049" y="583876"/>
          <a:ext cx="981872" cy="981872"/>
        </a:xfrm>
        <a:prstGeom prst="ellipse">
          <a:avLst/>
        </a:prstGeom>
        <a:solidFill>
          <a:schemeClr val="accent2">
            <a:hueOff val="-761042"/>
            <a:satOff val="-335"/>
            <a:lumOff val="897"/>
            <a:alphaOff val="0"/>
          </a:schemeClr>
        </a:solidFill>
        <a:ln w="15875" cap="flat" cmpd="sng" algn="ctr">
          <a:solidFill>
            <a:schemeClr val="accent2">
              <a:hueOff val="-761042"/>
              <a:satOff val="-335"/>
              <a:lumOff val="89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551" tIns="12700" rIns="76551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3</a:t>
          </a:r>
        </a:p>
      </dsp:txBody>
      <dsp:txXfrm>
        <a:off x="5967841" y="727668"/>
        <a:ext cx="694288" cy="694288"/>
      </dsp:txXfrm>
    </dsp:sp>
    <dsp:sp modelId="{A4714E23-42DC-49A8-85E7-7836CAE23A5F}">
      <dsp:nvSpPr>
        <dsp:cNvPr id="0" name=""/>
        <dsp:cNvSpPr/>
      </dsp:nvSpPr>
      <dsp:spPr>
        <a:xfrm>
          <a:off x="5146089" y="3529422"/>
          <a:ext cx="2337792" cy="72"/>
        </a:xfrm>
        <a:prstGeom prst="rect">
          <a:avLst/>
        </a:prstGeom>
        <a:solidFill>
          <a:schemeClr val="accent2">
            <a:hueOff val="-951303"/>
            <a:satOff val="-419"/>
            <a:lumOff val="1121"/>
            <a:alphaOff val="0"/>
          </a:schemeClr>
        </a:solidFill>
        <a:ln w="15875" cap="flat" cmpd="sng" algn="ctr">
          <a:solidFill>
            <a:schemeClr val="accent2">
              <a:hueOff val="-951303"/>
              <a:satOff val="-419"/>
              <a:lumOff val="112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6C337E-62F0-484F-9B19-0434FBE7E825}">
      <dsp:nvSpPr>
        <dsp:cNvPr id="0" name=""/>
        <dsp:cNvSpPr/>
      </dsp:nvSpPr>
      <dsp:spPr>
        <a:xfrm>
          <a:off x="7717661" y="256585"/>
          <a:ext cx="2337792" cy="3272909"/>
        </a:xfrm>
        <a:prstGeom prst="rect">
          <a:avLst/>
        </a:prstGeom>
        <a:solidFill>
          <a:schemeClr val="accent2">
            <a:tint val="40000"/>
            <a:alpha val="90000"/>
            <a:hueOff val="-1857840"/>
            <a:satOff val="3922"/>
            <a:lumOff val="404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857840"/>
              <a:satOff val="3922"/>
              <a:lumOff val="4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263" tIns="330200" rIns="18226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Validate predictions against digital twin ground truth.</a:t>
          </a:r>
          <a:endParaRPr lang="en-US" sz="1800" kern="1200"/>
        </a:p>
      </dsp:txBody>
      <dsp:txXfrm>
        <a:off x="7717661" y="1500290"/>
        <a:ext cx="2337792" cy="1963745"/>
      </dsp:txXfrm>
    </dsp:sp>
    <dsp:sp modelId="{B18D6E1B-98AE-45E5-831E-21EC5D063686}">
      <dsp:nvSpPr>
        <dsp:cNvPr id="0" name=""/>
        <dsp:cNvSpPr/>
      </dsp:nvSpPr>
      <dsp:spPr>
        <a:xfrm>
          <a:off x="8395620" y="583876"/>
          <a:ext cx="981872" cy="981872"/>
        </a:xfrm>
        <a:prstGeom prst="ellipse">
          <a:avLst/>
        </a:prstGeom>
        <a:solidFill>
          <a:schemeClr val="accent2">
            <a:hueOff val="-1141563"/>
            <a:satOff val="-502"/>
            <a:lumOff val="1345"/>
            <a:alphaOff val="0"/>
          </a:schemeClr>
        </a:solidFill>
        <a:ln w="15875" cap="flat" cmpd="sng" algn="ctr">
          <a:solidFill>
            <a:schemeClr val="accent2">
              <a:hueOff val="-1141563"/>
              <a:satOff val="-502"/>
              <a:lumOff val="13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551" tIns="12700" rIns="76551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4</a:t>
          </a:r>
        </a:p>
      </dsp:txBody>
      <dsp:txXfrm>
        <a:off x="8539412" y="727668"/>
        <a:ext cx="694288" cy="694288"/>
      </dsp:txXfrm>
    </dsp:sp>
    <dsp:sp modelId="{2F453F74-DE1C-4D61-88E2-B79CF55B2F97}">
      <dsp:nvSpPr>
        <dsp:cNvPr id="0" name=""/>
        <dsp:cNvSpPr/>
      </dsp:nvSpPr>
      <dsp:spPr>
        <a:xfrm>
          <a:off x="7717661" y="3529422"/>
          <a:ext cx="2337792" cy="72"/>
        </a:xfrm>
        <a:prstGeom prst="rect">
          <a:avLst/>
        </a:prstGeom>
        <a:solidFill>
          <a:schemeClr val="accent2">
            <a:hueOff val="-1331824"/>
            <a:satOff val="-586"/>
            <a:lumOff val="1569"/>
            <a:alphaOff val="0"/>
          </a:schemeClr>
        </a:solidFill>
        <a:ln w="15875" cap="flat" cmpd="sng" algn="ctr">
          <a:solidFill>
            <a:schemeClr val="accent2">
              <a:hueOff val="-1331824"/>
              <a:satOff val="-586"/>
              <a:lumOff val="1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6E3241-65A4-485C-AFD1-F124000A9EF1}">
      <dsp:nvSpPr>
        <dsp:cNvPr id="0" name=""/>
        <dsp:cNvSpPr/>
      </dsp:nvSpPr>
      <dsp:spPr>
        <a:xfrm>
          <a:off x="0" y="625"/>
          <a:ext cx="6582555" cy="14630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4E9535-5B8D-488B-B6D8-24D3DEFF9DBA}">
      <dsp:nvSpPr>
        <dsp:cNvPr id="0" name=""/>
        <dsp:cNvSpPr/>
      </dsp:nvSpPr>
      <dsp:spPr>
        <a:xfrm>
          <a:off x="442561" y="329803"/>
          <a:ext cx="804657" cy="8046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A7E849-D48D-4233-B886-408500D19CD1}">
      <dsp:nvSpPr>
        <dsp:cNvPr id="0" name=""/>
        <dsp:cNvSpPr/>
      </dsp:nvSpPr>
      <dsp:spPr>
        <a:xfrm>
          <a:off x="1689780" y="625"/>
          <a:ext cx="4892774" cy="1463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836" tIns="154836" rIns="154836" bIns="15483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Digital twin successfully models healthy and faulty shaft conditions.</a:t>
          </a:r>
          <a:endParaRPr lang="en-US" sz="2400" kern="1200"/>
        </a:p>
      </dsp:txBody>
      <dsp:txXfrm>
        <a:off x="1689780" y="625"/>
        <a:ext cx="4892774" cy="1463013"/>
      </dsp:txXfrm>
    </dsp:sp>
    <dsp:sp modelId="{3DD86EDA-8C5E-472E-B147-33432D8EE079}">
      <dsp:nvSpPr>
        <dsp:cNvPr id="0" name=""/>
        <dsp:cNvSpPr/>
      </dsp:nvSpPr>
      <dsp:spPr>
        <a:xfrm>
          <a:off x="0" y="1829392"/>
          <a:ext cx="6582555" cy="14630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4F4EA4-BD61-4FDA-94DB-8A45706B4160}">
      <dsp:nvSpPr>
        <dsp:cNvPr id="0" name=""/>
        <dsp:cNvSpPr/>
      </dsp:nvSpPr>
      <dsp:spPr>
        <a:xfrm>
          <a:off x="442561" y="2158570"/>
          <a:ext cx="804657" cy="8046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01BD4-B0AE-43C3-92FF-2377518E5CB2}">
      <dsp:nvSpPr>
        <dsp:cNvPr id="0" name=""/>
        <dsp:cNvSpPr/>
      </dsp:nvSpPr>
      <dsp:spPr>
        <a:xfrm>
          <a:off x="1689780" y="1829392"/>
          <a:ext cx="4892774" cy="1463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836" tIns="154836" rIns="154836" bIns="15483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FFT &amp; RMS analysis validate vibration-based fault signatures.</a:t>
          </a:r>
          <a:endParaRPr lang="en-US" sz="2400" kern="1200"/>
        </a:p>
      </dsp:txBody>
      <dsp:txXfrm>
        <a:off x="1689780" y="1829392"/>
        <a:ext cx="4892774" cy="1463013"/>
      </dsp:txXfrm>
    </dsp:sp>
    <dsp:sp modelId="{C57225DF-A84F-473B-8D2F-9014C5395ABB}">
      <dsp:nvSpPr>
        <dsp:cNvPr id="0" name=""/>
        <dsp:cNvSpPr/>
      </dsp:nvSpPr>
      <dsp:spPr>
        <a:xfrm>
          <a:off x="0" y="3658159"/>
          <a:ext cx="6582555" cy="14630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F35619-312F-4E77-A303-7AB93785BAA9}">
      <dsp:nvSpPr>
        <dsp:cNvPr id="0" name=""/>
        <dsp:cNvSpPr/>
      </dsp:nvSpPr>
      <dsp:spPr>
        <a:xfrm>
          <a:off x="442561" y="3987337"/>
          <a:ext cx="804657" cy="8046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C0C907-2E0F-497A-B939-68FEC9F4D5E0}">
      <dsp:nvSpPr>
        <dsp:cNvPr id="0" name=""/>
        <dsp:cNvSpPr/>
      </dsp:nvSpPr>
      <dsp:spPr>
        <a:xfrm>
          <a:off x="1689780" y="3658159"/>
          <a:ext cx="4892774" cy="1463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836" tIns="154836" rIns="154836" bIns="15483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Foundation ready for AI-based predictive maintenance in </a:t>
          </a:r>
          <a:r>
            <a:rPr lang="en-US" sz="2400" b="1" i="0" kern="1200" baseline="0"/>
            <a:t>Phase 4 (LSTM Prognostics)</a:t>
          </a:r>
          <a:r>
            <a:rPr lang="en-US" sz="2400" b="0" i="0" kern="1200" baseline="0"/>
            <a:t>.</a:t>
          </a:r>
          <a:endParaRPr lang="en-US" sz="2400" kern="1200"/>
        </a:p>
      </dsp:txBody>
      <dsp:txXfrm>
        <a:off x="1689780" y="3658159"/>
        <a:ext cx="4892774" cy="14630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349DF-9BAC-4A39-8924-FC93259EB14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47B41F-7AF3-4088-BA26-5390068606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265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7B41F-7AF3-4088-BA26-5390068606C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836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910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977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83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464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148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30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89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62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65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25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607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866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0E58038-8ACE-4AD9-B404-25C603550D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NC lathe processing">
            <a:extLst>
              <a:ext uri="{FF2B5EF4-FFF2-40B4-BE49-F238E27FC236}">
                <a16:creationId xmlns:a16="http://schemas.microsoft.com/office/drawing/2014/main" id="{9ACCB7D6-5EFA-FD29-BF6A-1E0D0361BA5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15730"/>
          <a:stretch>
            <a:fillRect/>
          </a:stretch>
        </p:blipFill>
        <p:spPr>
          <a:xfrm>
            <a:off x="-3155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85EE5B-D131-DB16-D052-912D33120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799" y="33232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Digital Twin of a Rotating Shaft for Predictive Maintenance using MATLAB Simulink and </a:t>
            </a:r>
            <a:r>
              <a:rPr lang="en-US" sz="3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Simscape</a:t>
            </a:r>
            <a:endParaRPr lang="en-US" sz="3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8A34772-9011-42B5-AA63-FD6DEC92E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910746"/>
            <a:ext cx="99669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B81817D3-A9DE-146C-7AB7-7A261AE47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871" y="4183434"/>
            <a:ext cx="7254910" cy="2230732"/>
          </a:xfrm>
        </p:spPr>
        <p:txBody>
          <a:bodyPr vert="horz" lIns="0" tIns="45720" rIns="0" bIns="45720" rtlCol="0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MDM2104 – Case Study: Intelligent Systems in Production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Group 9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Sameer K. Subair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Karthik Gopi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Nihal Sait Nishan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Abdul Rashid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Kundladi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BCDE19-2810-4337-9C49-8589C42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778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113DC3-09ED-03B7-43C3-1AFBBF26C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Obectives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33EE4F2-99F2-B3AD-2B4F-1D3357783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2675694"/>
            <a:ext cx="10058400" cy="319329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1500" b="1"/>
              <a:t>Main Objective:</a:t>
            </a:r>
            <a:br>
              <a:rPr lang="en-IN" sz="1500"/>
            </a:br>
            <a:r>
              <a:rPr lang="en-IN" sz="1500"/>
              <a:t>To develop a digital twin of a rotating shaft system capable of simulating healthy and faulty conditions for predictive maintenance.</a:t>
            </a:r>
          </a:p>
          <a:p>
            <a:pPr>
              <a:lnSpc>
                <a:spcPct val="110000"/>
              </a:lnSpc>
            </a:pPr>
            <a:r>
              <a:rPr lang="en-IN" sz="1500" b="1"/>
              <a:t>Specific Objectives:</a:t>
            </a:r>
            <a:endParaRPr lang="en-IN" sz="1500"/>
          </a:p>
          <a:p>
            <a:pPr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500"/>
              <a:t>Build a baseline digital twin model using MATLAB </a:t>
            </a:r>
            <a:r>
              <a:rPr lang="en-IN" sz="1500" err="1"/>
              <a:t>Simscape</a:t>
            </a:r>
            <a:r>
              <a:rPr lang="en-IN" sz="1500"/>
              <a:t>.</a:t>
            </a:r>
          </a:p>
          <a:p>
            <a:pPr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500"/>
              <a:t>Integrate sensors for torque, speed, and vibration measurement.</a:t>
            </a:r>
          </a:p>
          <a:p>
            <a:pPr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500"/>
              <a:t>Introduce fault scenarios (unbalance, bearing wear, misalignment, cracked shaft).</a:t>
            </a:r>
          </a:p>
          <a:p>
            <a:pPr>
              <a:lnSpc>
                <a:spcPct val="11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500"/>
              <a:t>Compare healthy vs faulty signals using FFT and RMS analysis.</a:t>
            </a:r>
          </a:p>
          <a:p>
            <a:pPr>
              <a:lnSpc>
                <a:spcPct val="110000"/>
              </a:lnSpc>
            </a:pPr>
            <a:endParaRPr lang="en-IN" sz="15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451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F0A37D-2337-4AAF-98B0-7E4E9B98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F8A85B-6F7E-659A-E730-5336653E6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dirty="0"/>
              <a:t>Problem &amp; Industrial Relevance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CCCF0-E573-463A-9760-1FDC0B2C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7234D70-FB65-4E99-985E-64D21967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D86F36-7533-FC85-0D23-239A5CAA41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9703616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3235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00599-7DAF-8FE9-B6E7-8B4E2C32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Research Gap &amp;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F3DFA-4611-8A68-9B02-AF1137444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997633"/>
          </a:xfrm>
        </p:spPr>
        <p:txBody>
          <a:bodyPr>
            <a:normAutofit/>
          </a:bodyPr>
          <a:lstStyle/>
          <a:p>
            <a:r>
              <a:rPr lang="en-US" b="1" dirty="0"/>
              <a:t>Research Gap:</a:t>
            </a:r>
            <a:br>
              <a:rPr lang="en-US" sz="1400" dirty="0"/>
            </a:br>
            <a:r>
              <a:rPr lang="en-US" sz="1400" dirty="0"/>
              <a:t>Most digital twin models are either too simple (low accuracy) or too complex (computationally heavy).</a:t>
            </a:r>
            <a:br>
              <a:rPr lang="en-US" sz="1400" dirty="0"/>
            </a:br>
            <a:r>
              <a:rPr lang="en-US" sz="1400" dirty="0"/>
              <a:t>Our project finds a balance by creating a </a:t>
            </a:r>
            <a:r>
              <a:rPr lang="en-US" sz="1400" i="1" dirty="0"/>
              <a:t>physics-based shaft twin</a:t>
            </a:r>
            <a:r>
              <a:rPr lang="en-US" sz="1400" dirty="0"/>
              <a:t> capable of generating realistic fault data.</a:t>
            </a:r>
            <a:endParaRPr lang="en-IN" sz="1400" dirty="0"/>
          </a:p>
          <a:p>
            <a:endParaRPr lang="en-US" sz="14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CD2B779-F549-224A-B6BC-1F1E0C04F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320" y="3105834"/>
            <a:ext cx="2667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&amp; Methods: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088C0D0-7550-8BAB-9E9E-0604ABB1C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562831"/>
              </p:ext>
            </p:extLst>
          </p:nvPr>
        </p:nvGraphicFramePr>
        <p:xfrm>
          <a:off x="1097280" y="3551715"/>
          <a:ext cx="9290304" cy="251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5152">
                  <a:extLst>
                    <a:ext uri="{9D8B030D-6E8A-4147-A177-3AD203B41FA5}">
                      <a16:colId xmlns:a16="http://schemas.microsoft.com/office/drawing/2014/main" val="3768077655"/>
                    </a:ext>
                  </a:extLst>
                </a:gridCol>
                <a:gridCol w="4645152">
                  <a:extLst>
                    <a:ext uri="{9D8B030D-6E8A-4147-A177-3AD203B41FA5}">
                      <a16:colId xmlns:a16="http://schemas.microsoft.com/office/drawing/2014/main" val="1288440203"/>
                    </a:ext>
                  </a:extLst>
                </a:gridCol>
              </a:tblGrid>
              <a:tr h="476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163921"/>
                  </a:ext>
                </a:extLst>
              </a:tr>
              <a:tr h="467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MATLAB/Simulink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Digital twin </a:t>
                      </a:r>
                      <a:r>
                        <a:rPr lang="en-IN" dirty="0" err="1"/>
                        <a:t>modeling</a:t>
                      </a:r>
                      <a:r>
                        <a:rPr lang="en-IN" dirty="0"/>
                        <a:t> &amp; synthetic data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509042"/>
                  </a:ext>
                </a:extLst>
              </a:tr>
              <a:tr h="467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Kaggle dataset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Real-world data for AI model training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3004849"/>
                  </a:ext>
                </a:extLst>
              </a:tr>
              <a:tr h="467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LSTM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Remaining Useful Life (RUL)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786260"/>
                  </a:ext>
                </a:extLst>
              </a:tr>
              <a:tr h="467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Digital Twin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Virtual verification of predictions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2208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8500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8F0A37D-2337-4AAF-98B0-7E4E9B98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65E6AF-1DDA-96CF-42BA-B0C60BA1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/>
              <a:t>Literature Review &amp; Key References</a:t>
            </a:r>
            <a:endParaRPr lang="en-IN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15CCCF0-E573-463A-9760-1FDC0B2C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7234D70-FB65-4E99-985E-64D21967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D4D351-4981-7D77-3ABC-D152C7497D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1523121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5118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6F25AB-EBA3-02D0-4EC8-4333B5CBF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IN" sz="3600">
                <a:solidFill>
                  <a:schemeClr val="bg1"/>
                </a:solidFill>
              </a:rPr>
              <a:t>Core Simulink Model</a:t>
            </a:r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76D1861E-A438-DDA4-8305-B5CAB40E98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6779699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4430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8E9C91B-7EAD-4562-AB0E-DFB9663AE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C3815A-E88B-E20C-4712-0C681AC47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057" y="521208"/>
            <a:ext cx="6221886" cy="503972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7B0A947-E0C8-BD1C-71C6-B55461141607}"/>
              </a:ext>
            </a:extLst>
          </p:cNvPr>
          <p:cNvSpPr txBox="1"/>
          <p:nvPr/>
        </p:nvSpPr>
        <p:spPr>
          <a:xfrm>
            <a:off x="3758045" y="5604870"/>
            <a:ext cx="4675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Core Simulink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2217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5C6E-A3C0-7961-6816-D0DEF9D9A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Baseline Result: Healthy Shaft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CF6B6DE1-3324-64A5-0831-7C25FE5C622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7280" y="2108201"/>
          <a:ext cx="10058400" cy="3760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6829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7821C-9F7B-0ADB-C9BE-CEE6694C5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Fault Injection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2B08FE-BADA-85CC-9A15-619AFE1625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4489358"/>
              </p:ext>
            </p:extLst>
          </p:nvPr>
        </p:nvGraphicFramePr>
        <p:xfrm>
          <a:off x="1066801" y="2190494"/>
          <a:ext cx="10058397" cy="3514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9">
                  <a:extLst>
                    <a:ext uri="{9D8B030D-6E8A-4147-A177-3AD203B41FA5}">
                      <a16:colId xmlns:a16="http://schemas.microsoft.com/office/drawing/2014/main" val="3364849433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1209278108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1609945369"/>
                    </a:ext>
                  </a:extLst>
                </a:gridCol>
              </a:tblGrid>
              <a:tr h="650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Fault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What It Does Physically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How It’s Modeled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1732556"/>
                  </a:ext>
                </a:extLst>
              </a:tr>
              <a:tr h="650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Unbalance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Centrifugally oscillating moment at shaft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Increase Sine Wave amplitude on torque input (0.1→0.5 N·m)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480644"/>
                  </a:ext>
                </a:extLst>
              </a:tr>
              <a:tr h="650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Bearing Wear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Less damping → higher vibration resonance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Reduce Rotational Damper </a:t>
                      </a:r>
                      <a:r>
                        <a:rPr lang="en-US" i="1"/>
                        <a:t>C</a:t>
                      </a:r>
                      <a:r>
                        <a:rPr lang="en-US"/>
                        <a:t> from 0.02 → 0.002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663541"/>
                  </a:ext>
                </a:extLst>
              </a:tr>
              <a:tr h="650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Misalignment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Introduces 2× shaft-speed harmonic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 Sine Wave with 2× fundamental 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2724637"/>
                  </a:ext>
                </a:extLst>
              </a:tr>
              <a:tr h="650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Cracked Shaft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Weakens stiffness, lowers resonance 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Decrease Spring constant </a:t>
                      </a:r>
                      <a:r>
                        <a:rPr lang="en-US" i="1" dirty="0"/>
                        <a:t>K</a:t>
                      </a:r>
                      <a:r>
                        <a:rPr lang="en-US" dirty="0"/>
                        <a:t> by 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907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277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648593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966E0A-F1F9-8EF5-457F-D638FB813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605896"/>
            <a:ext cx="3642309" cy="5646208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Simulation: Fault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0EFFF-3C20-CEEB-D5F0-E38A4E1A1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1958" y="605896"/>
            <a:ext cx="5923721" cy="5646208"/>
          </a:xfrm>
        </p:spPr>
        <p:txBody>
          <a:bodyPr anchor="ctr">
            <a:normAutofit/>
          </a:bodyPr>
          <a:lstStyle/>
          <a:p>
            <a:r>
              <a:rPr lang="en-US" sz="2400" b="1"/>
              <a:t>Example Fault:</a:t>
            </a:r>
            <a:r>
              <a:rPr lang="en-US" sz="2400"/>
              <a:t> Bearing Wear / Unbalance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/>
              <a:t>Fault introduced by reducing damping coefficient and increasing input torque variation.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/>
              <a:t>System exhibits increased vibration and torque fluctuations.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/>
              <a:t>Data recorded for FFT and RMS comparison.</a:t>
            </a:r>
          </a:p>
          <a:p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570570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73ECEC8-0F24-45B8-950F-35FC94BCE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B9BFC-D4E6-3E44-F899-FCC969D0A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634946"/>
            <a:ext cx="3690257" cy="1450757"/>
          </a:xfrm>
        </p:spPr>
        <p:txBody>
          <a:bodyPr>
            <a:normAutofit/>
          </a:bodyPr>
          <a:lstStyle/>
          <a:p>
            <a:r>
              <a:rPr lang="en-US" sz="3100"/>
              <a:t>FFT Spectrum: Healthy vs Faulty Shaft</a:t>
            </a:r>
            <a:endParaRPr lang="en-IN" sz="310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9EB8C68-FF1B-4849-867B-32D29B19F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0797" y="2250460"/>
            <a:ext cx="34747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16084-AFBC-C8BD-B33C-C94011D89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2407436"/>
            <a:ext cx="3690257" cy="3461658"/>
          </a:xfrm>
        </p:spPr>
        <p:txBody>
          <a:bodyPr>
            <a:normAutofit/>
          </a:bodyPr>
          <a:lstStyle/>
          <a:p>
            <a:r>
              <a:rPr lang="en-IN" sz="1700" b="1" dirty="0"/>
              <a:t>Healthy shaft (blue):</a:t>
            </a:r>
            <a:r>
              <a:rPr lang="en-IN" sz="1700" dirty="0"/>
              <a:t> single dominant frequency peak at normal shaft speed.</a:t>
            </a:r>
          </a:p>
          <a:p>
            <a:r>
              <a:rPr lang="en-IN" sz="1700" b="1" dirty="0"/>
              <a:t>Faulty shaft (red):</a:t>
            </a:r>
            <a:r>
              <a:rPr lang="en-IN" sz="1700" dirty="0"/>
              <a:t> higher amplitude + additional harmonics → indicates imbalance or wear.</a:t>
            </a:r>
          </a:p>
          <a:p>
            <a:r>
              <a:rPr lang="en-IN" sz="1700" b="1" dirty="0"/>
              <a:t>Interpretation:</a:t>
            </a:r>
            <a:br>
              <a:rPr lang="en-IN" sz="1700" dirty="0"/>
            </a:br>
            <a:r>
              <a:rPr lang="en-IN" sz="1700" dirty="0"/>
              <a:t>FFT helps identify fault signatures in the frequency domain.</a:t>
            </a:r>
          </a:p>
          <a:p>
            <a:pPr marL="0" indent="0">
              <a:buNone/>
            </a:pPr>
            <a:endParaRPr lang="en-IN" sz="1700" dirty="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C382D79-8F69-5A5A-C5B5-C4B688D8A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6" r="9341" b="-2"/>
          <a:stretch>
            <a:fillRect/>
          </a:stretch>
        </p:blipFill>
        <p:spPr>
          <a:xfrm>
            <a:off x="4648201" y="640081"/>
            <a:ext cx="6909801" cy="531440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B53612E-ADB2-4457-9688-89506397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498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16A1-4248-0F69-5E81-8CE5563E5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 (RMS &amp; Peak Frequency)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5570AE-68DF-D04D-B822-F6F63A205D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8764617"/>
              </p:ext>
            </p:extLst>
          </p:nvPr>
        </p:nvGraphicFramePr>
        <p:xfrm>
          <a:off x="1002951" y="2089913"/>
          <a:ext cx="10186098" cy="2416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683">
                  <a:extLst>
                    <a:ext uri="{9D8B030D-6E8A-4147-A177-3AD203B41FA5}">
                      <a16:colId xmlns:a16="http://schemas.microsoft.com/office/drawing/2014/main" val="1564726005"/>
                    </a:ext>
                  </a:extLst>
                </a:gridCol>
                <a:gridCol w="1697683">
                  <a:extLst>
                    <a:ext uri="{9D8B030D-6E8A-4147-A177-3AD203B41FA5}">
                      <a16:colId xmlns:a16="http://schemas.microsoft.com/office/drawing/2014/main" val="3036638491"/>
                    </a:ext>
                  </a:extLst>
                </a:gridCol>
                <a:gridCol w="1697683">
                  <a:extLst>
                    <a:ext uri="{9D8B030D-6E8A-4147-A177-3AD203B41FA5}">
                      <a16:colId xmlns:a16="http://schemas.microsoft.com/office/drawing/2014/main" val="287031947"/>
                    </a:ext>
                  </a:extLst>
                </a:gridCol>
                <a:gridCol w="1697683">
                  <a:extLst>
                    <a:ext uri="{9D8B030D-6E8A-4147-A177-3AD203B41FA5}">
                      <a16:colId xmlns:a16="http://schemas.microsoft.com/office/drawing/2014/main" val="4139412038"/>
                    </a:ext>
                  </a:extLst>
                </a:gridCol>
                <a:gridCol w="1697683">
                  <a:extLst>
                    <a:ext uri="{9D8B030D-6E8A-4147-A177-3AD203B41FA5}">
                      <a16:colId xmlns:a16="http://schemas.microsoft.com/office/drawing/2014/main" val="852892560"/>
                    </a:ext>
                  </a:extLst>
                </a:gridCol>
                <a:gridCol w="1697683">
                  <a:extLst>
                    <a:ext uri="{9D8B030D-6E8A-4147-A177-3AD203B41FA5}">
                      <a16:colId xmlns:a16="http://schemas.microsoft.com/office/drawing/2014/main" val="1103625592"/>
                    </a:ext>
                  </a:extLst>
                </a:gridCol>
              </a:tblGrid>
              <a:tr h="751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Peak Frequency (Hz)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True Label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72716"/>
                  </a:ext>
                </a:extLst>
              </a:tr>
              <a:tr h="751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Healthy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31.79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Healthy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Healthy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514591"/>
                  </a:ext>
                </a:extLst>
              </a:tr>
              <a:tr h="751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Faulty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13.88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Faulty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Faulty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31652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2AD5BD0-49C8-38CA-6C3B-D2F0C16A9786}"/>
              </a:ext>
            </a:extLst>
          </p:cNvPr>
          <p:cNvSpPr txBox="1"/>
          <p:nvPr/>
        </p:nvSpPr>
        <p:spPr>
          <a:xfrm>
            <a:off x="1002951" y="4745736"/>
            <a:ext cx="667512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Insight: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RMS value significantly higher in faulty condition → stronger vibrations.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FFT peak shift indicates structural imbalance.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685723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8F0A37D-2337-4AAF-98B0-7E4E9B98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A92D65-D620-AB1A-14FB-35F3DB28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dirty="0"/>
              <a:t>Interpretation &amp; Takeaways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CCCF0-E573-463A-9760-1FDC0B2C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7234D70-FB65-4E99-985E-64D21967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4F5F36B-7B07-3C53-E726-E190432729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1339424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8657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092FE-FCFE-60E0-464E-0B0E4E162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&amp; Solutions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9BF2098-9D91-B2D1-DF54-443ED706B4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9153879"/>
              </p:ext>
            </p:extLst>
          </p:nvPr>
        </p:nvGraphicFramePr>
        <p:xfrm>
          <a:off x="1066801" y="2108200"/>
          <a:ext cx="10058397" cy="3798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9">
                  <a:extLst>
                    <a:ext uri="{9D8B030D-6E8A-4147-A177-3AD203B41FA5}">
                      <a16:colId xmlns:a16="http://schemas.microsoft.com/office/drawing/2014/main" val="3671312350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796706476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2867237942"/>
                    </a:ext>
                  </a:extLst>
                </a:gridCol>
              </a:tblGrid>
              <a:tr h="480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Challenge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4717672"/>
                  </a:ext>
                </a:extLst>
              </a:tr>
              <a:tr h="829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Non-convergent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Overconstraint between sensors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Reconnected reference paths &amp; solver configuration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8226701"/>
                  </a:ext>
                </a:extLst>
              </a:tr>
              <a:tr h="829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Continuous acceleration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resistive 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Added rotational damper &amp; load torque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8907004"/>
                  </a:ext>
                </a:extLst>
              </a:tr>
              <a:tr h="829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Fault injection instability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torque amplitude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Gradual amplitude increase (0.1 → 0.5 N·m)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9555469"/>
                  </a:ext>
                </a:extLst>
              </a:tr>
              <a:tr h="829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 overlap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Hard to see small RMS differences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Used FFT and separate signal plots for comparison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1005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3400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F6F1E82-F603-49E4-9641-09EEA984A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C9AE0-F95F-04EF-14F8-9DE14208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dirty="0"/>
              <a:t>Next Steps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1CFD00-FC30-4AFB-A61F-3127B2C90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D1595AB-90F6-488F-B5E3-F8CFCC8FA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19" name="Rectangle 1">
            <a:extLst>
              <a:ext uri="{FF2B5EF4-FFF2-40B4-BE49-F238E27FC236}">
                <a16:creationId xmlns:a16="http://schemas.microsoft.com/office/drawing/2014/main" id="{D3E66231-5F0C-F0CD-A8A5-08B1581C95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6403878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5252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8BDBE5C-BBE9-4E89-BEE5-DEB6EAB87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DF2001-2268-21D9-BFB9-80A005DE2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34946"/>
            <a:ext cx="3689094" cy="5055904"/>
          </a:xfrm>
        </p:spPr>
        <p:txBody>
          <a:bodyPr anchor="ctr">
            <a:normAutofit/>
          </a:bodyPr>
          <a:lstStyle/>
          <a:p>
            <a:pPr algn="r"/>
            <a:r>
              <a:rPr lang="en-IN" dirty="0"/>
              <a:t>Conclusion</a:t>
            </a:r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52F38C-F560-47AA-90AD-209F39C04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791298"/>
            <a:ext cx="0" cy="2743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FC4168B-AA75-4715-9B96-CF84B170A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011133C6-BAAA-20EE-BF7E-898F5FC497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3401807"/>
              </p:ext>
            </p:extLst>
          </p:nvPr>
        </p:nvGraphicFramePr>
        <p:xfrm>
          <a:off x="4976031" y="634947"/>
          <a:ext cx="6582555" cy="51217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581098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931</Words>
  <Application>Microsoft Office PowerPoint</Application>
  <PresentationFormat>Widescreen</PresentationFormat>
  <Paragraphs>144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Univers</vt:lpstr>
      <vt:lpstr>Univers Condensed</vt:lpstr>
      <vt:lpstr>RetrospectVTI</vt:lpstr>
      <vt:lpstr>Digital Twin of a Rotating Shaft for Predictive Maintenance using MATLAB Simulink and Simscape</vt:lpstr>
      <vt:lpstr>Obectives</vt:lpstr>
      <vt:lpstr>Problem &amp; Industrial Relevance</vt:lpstr>
      <vt:lpstr>Research Gap &amp; Tools</vt:lpstr>
      <vt:lpstr>Literature Review &amp; Key References</vt:lpstr>
      <vt:lpstr>Core Simulink Model</vt:lpstr>
      <vt:lpstr>PowerPoint Presentation</vt:lpstr>
      <vt:lpstr>Baseline Result: Healthy Shaft</vt:lpstr>
      <vt:lpstr>Fault Injection Overview</vt:lpstr>
      <vt:lpstr>Simulation: Fault Condition</vt:lpstr>
      <vt:lpstr>FFT Spectrum: Healthy vs Faulty Shaft</vt:lpstr>
      <vt:lpstr>Feature Extraction (RMS &amp; Peak Frequency)</vt:lpstr>
      <vt:lpstr>Interpretation &amp; Takeaways</vt:lpstr>
      <vt:lpstr>Challenges &amp; Solutions</vt:lpstr>
      <vt:lpstr>Next Steps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 Gopi</dc:creator>
  <cp:lastModifiedBy>Karthik Gopi</cp:lastModifiedBy>
  <cp:revision>1</cp:revision>
  <dcterms:created xsi:type="dcterms:W3CDTF">2025-11-05T13:35:47Z</dcterms:created>
  <dcterms:modified xsi:type="dcterms:W3CDTF">2025-11-05T15:20:09Z</dcterms:modified>
</cp:coreProperties>
</file>