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297270-93DD-4B40-9530-62A1441070A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92112A-71AF-4246-98EA-A9E6F569A149}">
      <dgm:prSet/>
      <dgm:spPr/>
      <dgm:t>
        <a:bodyPr/>
        <a:lstStyle/>
        <a:p>
          <a:r>
            <a:rPr lang="en-US" b="1" i="0" baseline="0"/>
            <a:t>1. System Identification:</a:t>
          </a:r>
          <a:endParaRPr lang="en-US"/>
        </a:p>
      </dgm:t>
    </dgm:pt>
    <dgm:pt modelId="{2F52795C-8EF2-40FC-A48E-3A51948AC410}" type="parTrans" cxnId="{316FA54B-F6AB-4461-ABC6-5F9C98F09F38}">
      <dgm:prSet/>
      <dgm:spPr/>
      <dgm:t>
        <a:bodyPr/>
        <a:lstStyle/>
        <a:p>
          <a:endParaRPr lang="en-US"/>
        </a:p>
      </dgm:t>
    </dgm:pt>
    <dgm:pt modelId="{C1861B09-5E38-435D-8B8A-3CDDFF71CC23}" type="sibTrans" cxnId="{316FA54B-F6AB-4461-ABC6-5F9C98F09F38}">
      <dgm:prSet/>
      <dgm:spPr/>
      <dgm:t>
        <a:bodyPr/>
        <a:lstStyle/>
        <a:p>
          <a:endParaRPr lang="en-US"/>
        </a:p>
      </dgm:t>
    </dgm:pt>
    <dgm:pt modelId="{551FCFE9-C45E-475F-B946-B9A3D8CC54AE}">
      <dgm:prSet/>
      <dgm:spPr/>
      <dgm:t>
        <a:bodyPr/>
        <a:lstStyle/>
        <a:p>
          <a:r>
            <a:rPr lang="en-US" b="0" i="0" baseline="0"/>
            <a:t>ML Model 1 learns base shaft parameters from dataset.</a:t>
          </a:r>
          <a:endParaRPr lang="en-US"/>
        </a:p>
      </dgm:t>
    </dgm:pt>
    <dgm:pt modelId="{07675106-9F8C-4C21-9E19-443776FCEB1E}" type="parTrans" cxnId="{F49ECBFE-8527-482E-9953-9963656DBD37}">
      <dgm:prSet/>
      <dgm:spPr/>
      <dgm:t>
        <a:bodyPr/>
        <a:lstStyle/>
        <a:p>
          <a:endParaRPr lang="en-US"/>
        </a:p>
      </dgm:t>
    </dgm:pt>
    <dgm:pt modelId="{7DAF7322-2064-4757-A9ED-810C1127863E}" type="sibTrans" cxnId="{F49ECBFE-8527-482E-9953-9963656DBD37}">
      <dgm:prSet/>
      <dgm:spPr/>
      <dgm:t>
        <a:bodyPr/>
        <a:lstStyle/>
        <a:p>
          <a:endParaRPr lang="en-US"/>
        </a:p>
      </dgm:t>
    </dgm:pt>
    <dgm:pt modelId="{3619C1E8-4C86-43FB-AA56-0915B60640CB}">
      <dgm:prSet/>
      <dgm:spPr/>
      <dgm:t>
        <a:bodyPr/>
        <a:lstStyle/>
        <a:p>
          <a:r>
            <a:rPr lang="en-US" b="1" i="0" baseline="0"/>
            <a:t>2. Simulation:</a:t>
          </a:r>
          <a:endParaRPr lang="en-US"/>
        </a:p>
      </dgm:t>
    </dgm:pt>
    <dgm:pt modelId="{D25982B0-78B2-45E5-B833-A2FE4A513AD6}" type="parTrans" cxnId="{E62614D4-6C54-4DB0-ACAA-135B06B365FE}">
      <dgm:prSet/>
      <dgm:spPr/>
      <dgm:t>
        <a:bodyPr/>
        <a:lstStyle/>
        <a:p>
          <a:endParaRPr lang="en-US"/>
        </a:p>
      </dgm:t>
    </dgm:pt>
    <dgm:pt modelId="{9F199B0A-0AC3-4A78-B3DE-FC0ADCF2679A}" type="sibTrans" cxnId="{E62614D4-6C54-4DB0-ACAA-135B06B365FE}">
      <dgm:prSet/>
      <dgm:spPr/>
      <dgm:t>
        <a:bodyPr/>
        <a:lstStyle/>
        <a:p>
          <a:endParaRPr lang="en-US"/>
        </a:p>
      </dgm:t>
    </dgm:pt>
    <dgm:pt modelId="{950E70CD-CB0E-42DC-8E66-9BC3B9E8CD09}">
      <dgm:prSet/>
      <dgm:spPr/>
      <dgm:t>
        <a:bodyPr/>
        <a:lstStyle/>
        <a:p>
          <a:r>
            <a:rPr lang="en-US" b="0" i="0" baseline="0"/>
            <a:t>Simulink generates vibration signals under healthy &amp; faulty conditions.</a:t>
          </a:r>
          <a:endParaRPr lang="en-US"/>
        </a:p>
      </dgm:t>
    </dgm:pt>
    <dgm:pt modelId="{75EDA294-88B2-435C-8C73-B20155DA752E}" type="parTrans" cxnId="{CED35A87-6331-4FCF-B431-49B8E3A6D862}">
      <dgm:prSet/>
      <dgm:spPr/>
      <dgm:t>
        <a:bodyPr/>
        <a:lstStyle/>
        <a:p>
          <a:endParaRPr lang="en-US"/>
        </a:p>
      </dgm:t>
    </dgm:pt>
    <dgm:pt modelId="{D356ACBC-C798-4B2E-8F0F-B1A5CBE77B81}" type="sibTrans" cxnId="{CED35A87-6331-4FCF-B431-49B8E3A6D862}">
      <dgm:prSet/>
      <dgm:spPr/>
      <dgm:t>
        <a:bodyPr/>
        <a:lstStyle/>
        <a:p>
          <a:endParaRPr lang="en-US"/>
        </a:p>
      </dgm:t>
    </dgm:pt>
    <dgm:pt modelId="{6D39F989-7BB2-44DA-A05D-51E555DCD249}">
      <dgm:prSet/>
      <dgm:spPr/>
      <dgm:t>
        <a:bodyPr/>
        <a:lstStyle/>
        <a:p>
          <a:r>
            <a:rPr lang="en-US" b="1" i="0" baseline="0"/>
            <a:t>3. Feature Extraction:</a:t>
          </a:r>
          <a:endParaRPr lang="en-US"/>
        </a:p>
      </dgm:t>
    </dgm:pt>
    <dgm:pt modelId="{8036DDC1-79AD-437F-B6F8-99E206D3C97B}" type="parTrans" cxnId="{3DB6D851-0197-478A-ACB5-939313F0F89E}">
      <dgm:prSet/>
      <dgm:spPr/>
      <dgm:t>
        <a:bodyPr/>
        <a:lstStyle/>
        <a:p>
          <a:endParaRPr lang="en-US"/>
        </a:p>
      </dgm:t>
    </dgm:pt>
    <dgm:pt modelId="{00CECBED-45C2-4284-99D1-B4246FD7EE6C}" type="sibTrans" cxnId="{3DB6D851-0197-478A-ACB5-939313F0F89E}">
      <dgm:prSet/>
      <dgm:spPr/>
      <dgm:t>
        <a:bodyPr/>
        <a:lstStyle/>
        <a:p>
          <a:endParaRPr lang="en-US"/>
        </a:p>
      </dgm:t>
    </dgm:pt>
    <dgm:pt modelId="{42EE47DD-BDBA-4D22-A5AA-A25D961E7E8E}">
      <dgm:prSet/>
      <dgm:spPr/>
      <dgm:t>
        <a:bodyPr/>
        <a:lstStyle/>
        <a:p>
          <a:r>
            <a:rPr lang="en-US" b="0" i="0" baseline="0"/>
            <a:t>Extract RMS, FFT peaks, crest factor, harmonics, etc.</a:t>
          </a:r>
          <a:endParaRPr lang="en-US"/>
        </a:p>
      </dgm:t>
    </dgm:pt>
    <dgm:pt modelId="{82536170-9DD4-4847-A0AF-601DB35D7345}" type="parTrans" cxnId="{3F027EB9-4380-4CAB-BB6C-C7F941901339}">
      <dgm:prSet/>
      <dgm:spPr/>
      <dgm:t>
        <a:bodyPr/>
        <a:lstStyle/>
        <a:p>
          <a:endParaRPr lang="en-US"/>
        </a:p>
      </dgm:t>
    </dgm:pt>
    <dgm:pt modelId="{A9B14BA1-B354-4AAA-9E47-53B067973ABA}" type="sibTrans" cxnId="{3F027EB9-4380-4CAB-BB6C-C7F941901339}">
      <dgm:prSet/>
      <dgm:spPr/>
      <dgm:t>
        <a:bodyPr/>
        <a:lstStyle/>
        <a:p>
          <a:endParaRPr lang="en-US"/>
        </a:p>
      </dgm:t>
    </dgm:pt>
    <dgm:pt modelId="{18626147-A6B2-4693-BEC7-110E39BD9FC7}">
      <dgm:prSet/>
      <dgm:spPr/>
      <dgm:t>
        <a:bodyPr/>
        <a:lstStyle/>
        <a:p>
          <a:r>
            <a:rPr lang="en-US" b="1" i="0" baseline="0"/>
            <a:t>4. Machine Learning (Phase 1):</a:t>
          </a:r>
          <a:endParaRPr lang="en-US"/>
        </a:p>
      </dgm:t>
    </dgm:pt>
    <dgm:pt modelId="{3D0ED696-DC18-4A29-BAB7-033676E99CBA}" type="parTrans" cxnId="{CA5ADA6F-F16F-432D-BE59-46DC9B931753}">
      <dgm:prSet/>
      <dgm:spPr/>
      <dgm:t>
        <a:bodyPr/>
        <a:lstStyle/>
        <a:p>
          <a:endParaRPr lang="en-US"/>
        </a:p>
      </dgm:t>
    </dgm:pt>
    <dgm:pt modelId="{C64A23C7-C17D-408A-9E73-14511026CBD2}" type="sibTrans" cxnId="{CA5ADA6F-F16F-432D-BE59-46DC9B931753}">
      <dgm:prSet/>
      <dgm:spPr/>
      <dgm:t>
        <a:bodyPr/>
        <a:lstStyle/>
        <a:p>
          <a:endParaRPr lang="en-US"/>
        </a:p>
      </dgm:t>
    </dgm:pt>
    <dgm:pt modelId="{12F70A1D-AF7F-4218-BDED-FBCFAD1B54EE}">
      <dgm:prSet/>
      <dgm:spPr/>
      <dgm:t>
        <a:bodyPr/>
        <a:lstStyle/>
        <a:p>
          <a:r>
            <a:rPr lang="en-US" b="0" i="0" baseline="0"/>
            <a:t>Decision Tree used for baseline parameter estimation.</a:t>
          </a:r>
          <a:endParaRPr lang="en-US"/>
        </a:p>
      </dgm:t>
    </dgm:pt>
    <dgm:pt modelId="{C8766065-BEF6-4F04-86F7-FA3A3E35CE26}" type="parTrans" cxnId="{0EFCCBF2-58ED-45F0-B4D6-F01F3CCB26F1}">
      <dgm:prSet/>
      <dgm:spPr/>
      <dgm:t>
        <a:bodyPr/>
        <a:lstStyle/>
        <a:p>
          <a:endParaRPr lang="en-US"/>
        </a:p>
      </dgm:t>
    </dgm:pt>
    <dgm:pt modelId="{520D8355-C26D-469B-9943-0835B26826A7}" type="sibTrans" cxnId="{0EFCCBF2-58ED-45F0-B4D6-F01F3CCB26F1}">
      <dgm:prSet/>
      <dgm:spPr/>
      <dgm:t>
        <a:bodyPr/>
        <a:lstStyle/>
        <a:p>
          <a:endParaRPr lang="en-US"/>
        </a:p>
      </dgm:t>
    </dgm:pt>
    <dgm:pt modelId="{9948E9B8-DE8C-4D03-8AB3-4805D83D326F}">
      <dgm:prSet/>
      <dgm:spPr/>
      <dgm:t>
        <a:bodyPr/>
        <a:lstStyle/>
        <a:p>
          <a:r>
            <a:rPr lang="en-US" b="1" i="0" baseline="0"/>
            <a:t>5. Future Work:</a:t>
          </a:r>
          <a:endParaRPr lang="en-US"/>
        </a:p>
      </dgm:t>
    </dgm:pt>
    <dgm:pt modelId="{BD89AF82-9F4D-4A65-8B69-46F18BF9AB52}" type="parTrans" cxnId="{8B3A2111-D0AE-4B4A-9F89-F60D25146110}">
      <dgm:prSet/>
      <dgm:spPr/>
      <dgm:t>
        <a:bodyPr/>
        <a:lstStyle/>
        <a:p>
          <a:endParaRPr lang="en-US"/>
        </a:p>
      </dgm:t>
    </dgm:pt>
    <dgm:pt modelId="{53E21DD1-4A33-4665-A6B5-22325A39CF76}" type="sibTrans" cxnId="{8B3A2111-D0AE-4B4A-9F89-F60D25146110}">
      <dgm:prSet/>
      <dgm:spPr/>
      <dgm:t>
        <a:bodyPr/>
        <a:lstStyle/>
        <a:p>
          <a:endParaRPr lang="en-US"/>
        </a:p>
      </dgm:t>
    </dgm:pt>
    <dgm:pt modelId="{F5772B6A-4692-49FB-9D41-AC3EC3FC71BA}">
      <dgm:prSet/>
      <dgm:spPr/>
      <dgm:t>
        <a:bodyPr/>
        <a:lstStyle/>
        <a:p>
          <a:r>
            <a:rPr lang="en-US" b="0" i="0" baseline="0"/>
            <a:t>Degradation Model + LSTM RUL model + Dashboard.</a:t>
          </a:r>
          <a:endParaRPr lang="en-US"/>
        </a:p>
      </dgm:t>
    </dgm:pt>
    <dgm:pt modelId="{12374FB6-3176-4DBE-B324-609773FFCEAB}" type="parTrans" cxnId="{E285769A-9317-4C96-B324-E0757561B3AF}">
      <dgm:prSet/>
      <dgm:spPr/>
      <dgm:t>
        <a:bodyPr/>
        <a:lstStyle/>
        <a:p>
          <a:endParaRPr lang="en-US"/>
        </a:p>
      </dgm:t>
    </dgm:pt>
    <dgm:pt modelId="{971A5578-A9F7-4724-B6A7-FFB70AAA4D1E}" type="sibTrans" cxnId="{E285769A-9317-4C96-B324-E0757561B3AF}">
      <dgm:prSet/>
      <dgm:spPr/>
      <dgm:t>
        <a:bodyPr/>
        <a:lstStyle/>
        <a:p>
          <a:endParaRPr lang="en-US"/>
        </a:p>
      </dgm:t>
    </dgm:pt>
    <dgm:pt modelId="{8DECCB48-8126-4973-85A0-B4ABADEBEDD8}">
      <dgm:prSet/>
      <dgm:spPr/>
      <dgm:t>
        <a:bodyPr/>
        <a:lstStyle/>
        <a:p>
          <a:r>
            <a:rPr lang="en-US" b="1" i="0" baseline="0"/>
            <a:t>6. Feedback Loop:</a:t>
          </a:r>
          <a:endParaRPr lang="en-US"/>
        </a:p>
      </dgm:t>
    </dgm:pt>
    <dgm:pt modelId="{89DA25B4-CC43-435E-B6A9-E4F50F0C84B2}" type="parTrans" cxnId="{71FE4747-8071-47EC-A3E0-920228691D53}">
      <dgm:prSet/>
      <dgm:spPr/>
      <dgm:t>
        <a:bodyPr/>
        <a:lstStyle/>
        <a:p>
          <a:endParaRPr lang="en-US"/>
        </a:p>
      </dgm:t>
    </dgm:pt>
    <dgm:pt modelId="{5F2B8A1B-655E-4348-89A5-A6B762B9B909}" type="sibTrans" cxnId="{71FE4747-8071-47EC-A3E0-920228691D53}">
      <dgm:prSet/>
      <dgm:spPr/>
      <dgm:t>
        <a:bodyPr/>
        <a:lstStyle/>
        <a:p>
          <a:endParaRPr lang="en-US"/>
        </a:p>
      </dgm:t>
    </dgm:pt>
    <dgm:pt modelId="{D7550820-6D7D-4CD0-9A1C-2E1D8191E841}">
      <dgm:prSet/>
      <dgm:spPr/>
      <dgm:t>
        <a:bodyPr/>
        <a:lstStyle/>
        <a:p>
          <a:r>
            <a:rPr lang="en-US" b="0" i="0" baseline="0"/>
            <a:t>Simulation → Features → Wear update → RUL → Next cycle.</a:t>
          </a:r>
          <a:endParaRPr lang="en-US"/>
        </a:p>
      </dgm:t>
    </dgm:pt>
    <dgm:pt modelId="{CA659089-6A4A-4E5E-9E7A-4486040C8022}" type="parTrans" cxnId="{E37F80DA-197C-421E-AD6F-67180AC7B3A9}">
      <dgm:prSet/>
      <dgm:spPr/>
      <dgm:t>
        <a:bodyPr/>
        <a:lstStyle/>
        <a:p>
          <a:endParaRPr lang="en-US"/>
        </a:p>
      </dgm:t>
    </dgm:pt>
    <dgm:pt modelId="{412759F4-90C1-41B4-AE85-0D55E6C9069B}" type="sibTrans" cxnId="{E37F80DA-197C-421E-AD6F-67180AC7B3A9}">
      <dgm:prSet/>
      <dgm:spPr/>
      <dgm:t>
        <a:bodyPr/>
        <a:lstStyle/>
        <a:p>
          <a:endParaRPr lang="en-US"/>
        </a:p>
      </dgm:t>
    </dgm:pt>
    <dgm:pt modelId="{CFB00241-1A06-46DF-BFAD-9A0E56EA4008}" type="pres">
      <dgm:prSet presAssocID="{31297270-93DD-4B40-9530-62A1441070A4}" presName="Name0" presStyleCnt="0">
        <dgm:presLayoutVars>
          <dgm:dir/>
          <dgm:animLvl val="lvl"/>
          <dgm:resizeHandles val="exact"/>
        </dgm:presLayoutVars>
      </dgm:prSet>
      <dgm:spPr/>
    </dgm:pt>
    <dgm:pt modelId="{B53BF187-9621-4C6D-920D-DEB070707BEB}" type="pres">
      <dgm:prSet presAssocID="{8692112A-71AF-4246-98EA-A9E6F569A149}" presName="linNode" presStyleCnt="0"/>
      <dgm:spPr/>
    </dgm:pt>
    <dgm:pt modelId="{56052831-BD47-4982-85BF-A111E14565D0}" type="pres">
      <dgm:prSet presAssocID="{8692112A-71AF-4246-98EA-A9E6F569A149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C58F7BD8-01F6-4E7E-BD46-1758FF5BD59A}" type="pres">
      <dgm:prSet presAssocID="{8692112A-71AF-4246-98EA-A9E6F569A149}" presName="descendantText" presStyleLbl="alignAccFollowNode1" presStyleIdx="0" presStyleCnt="6">
        <dgm:presLayoutVars>
          <dgm:bulletEnabled val="1"/>
        </dgm:presLayoutVars>
      </dgm:prSet>
      <dgm:spPr/>
    </dgm:pt>
    <dgm:pt modelId="{57E91396-E3BC-4E55-BD2F-2D89523155E9}" type="pres">
      <dgm:prSet presAssocID="{C1861B09-5E38-435D-8B8A-3CDDFF71CC23}" presName="sp" presStyleCnt="0"/>
      <dgm:spPr/>
    </dgm:pt>
    <dgm:pt modelId="{1BC6A818-BDAB-4810-B42C-912E80049697}" type="pres">
      <dgm:prSet presAssocID="{3619C1E8-4C86-43FB-AA56-0915B60640CB}" presName="linNode" presStyleCnt="0"/>
      <dgm:spPr/>
    </dgm:pt>
    <dgm:pt modelId="{96646087-11C5-45E3-881E-003872230BB6}" type="pres">
      <dgm:prSet presAssocID="{3619C1E8-4C86-43FB-AA56-0915B60640CB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9714DC26-A307-4AC9-93F4-9160BB494D48}" type="pres">
      <dgm:prSet presAssocID="{3619C1E8-4C86-43FB-AA56-0915B60640CB}" presName="descendantText" presStyleLbl="alignAccFollowNode1" presStyleIdx="1" presStyleCnt="6">
        <dgm:presLayoutVars>
          <dgm:bulletEnabled val="1"/>
        </dgm:presLayoutVars>
      </dgm:prSet>
      <dgm:spPr/>
    </dgm:pt>
    <dgm:pt modelId="{F7B611BA-108A-465E-8D6A-7E143BB28EBF}" type="pres">
      <dgm:prSet presAssocID="{9F199B0A-0AC3-4A78-B3DE-FC0ADCF2679A}" presName="sp" presStyleCnt="0"/>
      <dgm:spPr/>
    </dgm:pt>
    <dgm:pt modelId="{41C9BDFB-87AD-44EC-AABF-AD05947EE209}" type="pres">
      <dgm:prSet presAssocID="{6D39F989-7BB2-44DA-A05D-51E555DCD249}" presName="linNode" presStyleCnt="0"/>
      <dgm:spPr/>
    </dgm:pt>
    <dgm:pt modelId="{DEC1ED81-77E8-435B-9EDD-F84B34B6AE13}" type="pres">
      <dgm:prSet presAssocID="{6D39F989-7BB2-44DA-A05D-51E555DCD249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F90F7886-808B-4E4D-AEBB-6E351C31AF93}" type="pres">
      <dgm:prSet presAssocID="{6D39F989-7BB2-44DA-A05D-51E555DCD249}" presName="descendantText" presStyleLbl="alignAccFollowNode1" presStyleIdx="2" presStyleCnt="6">
        <dgm:presLayoutVars>
          <dgm:bulletEnabled val="1"/>
        </dgm:presLayoutVars>
      </dgm:prSet>
      <dgm:spPr/>
    </dgm:pt>
    <dgm:pt modelId="{7827D264-130A-4FE5-96B6-B37274F12989}" type="pres">
      <dgm:prSet presAssocID="{00CECBED-45C2-4284-99D1-B4246FD7EE6C}" presName="sp" presStyleCnt="0"/>
      <dgm:spPr/>
    </dgm:pt>
    <dgm:pt modelId="{5C4252D3-072D-4610-9243-B1E38D8AEF82}" type="pres">
      <dgm:prSet presAssocID="{18626147-A6B2-4693-BEC7-110E39BD9FC7}" presName="linNode" presStyleCnt="0"/>
      <dgm:spPr/>
    </dgm:pt>
    <dgm:pt modelId="{08C65C80-890E-4A96-9092-C4A9FFD7436E}" type="pres">
      <dgm:prSet presAssocID="{18626147-A6B2-4693-BEC7-110E39BD9FC7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AB7E52C7-CC36-42F6-BA85-3AE10DBA3429}" type="pres">
      <dgm:prSet presAssocID="{18626147-A6B2-4693-BEC7-110E39BD9FC7}" presName="descendantText" presStyleLbl="alignAccFollowNode1" presStyleIdx="3" presStyleCnt="6">
        <dgm:presLayoutVars>
          <dgm:bulletEnabled val="1"/>
        </dgm:presLayoutVars>
      </dgm:prSet>
      <dgm:spPr/>
    </dgm:pt>
    <dgm:pt modelId="{D4647A64-8931-4EF4-ADA8-2EF642C04D00}" type="pres">
      <dgm:prSet presAssocID="{C64A23C7-C17D-408A-9E73-14511026CBD2}" presName="sp" presStyleCnt="0"/>
      <dgm:spPr/>
    </dgm:pt>
    <dgm:pt modelId="{94E2A752-6B3C-4BDA-8D4A-68FF578F5E0E}" type="pres">
      <dgm:prSet presAssocID="{9948E9B8-DE8C-4D03-8AB3-4805D83D326F}" presName="linNode" presStyleCnt="0"/>
      <dgm:spPr/>
    </dgm:pt>
    <dgm:pt modelId="{EF5D040E-05AD-42E1-A81D-B3468143D185}" type="pres">
      <dgm:prSet presAssocID="{9948E9B8-DE8C-4D03-8AB3-4805D83D326F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ADC9B38-AEFB-44E7-9255-D8C0BC77A6D0}" type="pres">
      <dgm:prSet presAssocID="{9948E9B8-DE8C-4D03-8AB3-4805D83D326F}" presName="descendantText" presStyleLbl="alignAccFollowNode1" presStyleIdx="4" presStyleCnt="6">
        <dgm:presLayoutVars>
          <dgm:bulletEnabled val="1"/>
        </dgm:presLayoutVars>
      </dgm:prSet>
      <dgm:spPr/>
    </dgm:pt>
    <dgm:pt modelId="{A79C0E27-F519-43AD-B31C-043A51E5149A}" type="pres">
      <dgm:prSet presAssocID="{53E21DD1-4A33-4665-A6B5-22325A39CF76}" presName="sp" presStyleCnt="0"/>
      <dgm:spPr/>
    </dgm:pt>
    <dgm:pt modelId="{7E324BF1-657D-4B62-8CBC-7383A5786593}" type="pres">
      <dgm:prSet presAssocID="{8DECCB48-8126-4973-85A0-B4ABADEBEDD8}" presName="linNode" presStyleCnt="0"/>
      <dgm:spPr/>
    </dgm:pt>
    <dgm:pt modelId="{A03195C8-00B0-450E-9C16-0B9160FDE9FA}" type="pres">
      <dgm:prSet presAssocID="{8DECCB48-8126-4973-85A0-B4ABADEBEDD8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BC7BB0D5-08A1-49FE-A3F0-9AD61C4FB217}" type="pres">
      <dgm:prSet presAssocID="{8DECCB48-8126-4973-85A0-B4ABADEBEDD8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8B3A2111-D0AE-4B4A-9F89-F60D25146110}" srcId="{31297270-93DD-4B40-9530-62A1441070A4}" destId="{9948E9B8-DE8C-4D03-8AB3-4805D83D326F}" srcOrd="4" destOrd="0" parTransId="{BD89AF82-9F4D-4A65-8B69-46F18BF9AB52}" sibTransId="{53E21DD1-4A33-4665-A6B5-22325A39CF76}"/>
    <dgm:cxn modelId="{B1658624-1B1A-409D-AC42-F922B0CCA0E2}" type="presOf" srcId="{18626147-A6B2-4693-BEC7-110E39BD9FC7}" destId="{08C65C80-890E-4A96-9092-C4A9FFD7436E}" srcOrd="0" destOrd="0" presId="urn:microsoft.com/office/officeart/2005/8/layout/vList5"/>
    <dgm:cxn modelId="{5539222A-1396-4807-B064-9D3C92A1CB5F}" type="presOf" srcId="{8692112A-71AF-4246-98EA-A9E6F569A149}" destId="{56052831-BD47-4982-85BF-A111E14565D0}" srcOrd="0" destOrd="0" presId="urn:microsoft.com/office/officeart/2005/8/layout/vList5"/>
    <dgm:cxn modelId="{6971602F-C1A4-400B-B4F8-595B157ED04C}" type="presOf" srcId="{8DECCB48-8126-4973-85A0-B4ABADEBEDD8}" destId="{A03195C8-00B0-450E-9C16-0B9160FDE9FA}" srcOrd="0" destOrd="0" presId="urn:microsoft.com/office/officeart/2005/8/layout/vList5"/>
    <dgm:cxn modelId="{B6656463-81F6-4858-8F7A-27107CC638AC}" type="presOf" srcId="{551FCFE9-C45E-475F-B946-B9A3D8CC54AE}" destId="{C58F7BD8-01F6-4E7E-BD46-1758FF5BD59A}" srcOrd="0" destOrd="0" presId="urn:microsoft.com/office/officeart/2005/8/layout/vList5"/>
    <dgm:cxn modelId="{8F2AE844-144F-40B2-ABF8-5AF67C3425F9}" type="presOf" srcId="{950E70CD-CB0E-42DC-8E66-9BC3B9E8CD09}" destId="{9714DC26-A307-4AC9-93F4-9160BB494D48}" srcOrd="0" destOrd="0" presId="urn:microsoft.com/office/officeart/2005/8/layout/vList5"/>
    <dgm:cxn modelId="{71FE4747-8071-47EC-A3E0-920228691D53}" srcId="{31297270-93DD-4B40-9530-62A1441070A4}" destId="{8DECCB48-8126-4973-85A0-B4ABADEBEDD8}" srcOrd="5" destOrd="0" parTransId="{89DA25B4-CC43-435E-B6A9-E4F50F0C84B2}" sibTransId="{5F2B8A1B-655E-4348-89A5-A6B762B9B909}"/>
    <dgm:cxn modelId="{316FA54B-F6AB-4461-ABC6-5F9C98F09F38}" srcId="{31297270-93DD-4B40-9530-62A1441070A4}" destId="{8692112A-71AF-4246-98EA-A9E6F569A149}" srcOrd="0" destOrd="0" parTransId="{2F52795C-8EF2-40FC-A48E-3A51948AC410}" sibTransId="{C1861B09-5E38-435D-8B8A-3CDDFF71CC23}"/>
    <dgm:cxn modelId="{CA5ADA6F-F16F-432D-BE59-46DC9B931753}" srcId="{31297270-93DD-4B40-9530-62A1441070A4}" destId="{18626147-A6B2-4693-BEC7-110E39BD9FC7}" srcOrd="3" destOrd="0" parTransId="{3D0ED696-DC18-4A29-BAB7-033676E99CBA}" sibTransId="{C64A23C7-C17D-408A-9E73-14511026CBD2}"/>
    <dgm:cxn modelId="{DF70F94F-84EC-4812-B64E-872724D2E8E1}" type="presOf" srcId="{D7550820-6D7D-4CD0-9A1C-2E1D8191E841}" destId="{BC7BB0D5-08A1-49FE-A3F0-9AD61C4FB217}" srcOrd="0" destOrd="0" presId="urn:microsoft.com/office/officeart/2005/8/layout/vList5"/>
    <dgm:cxn modelId="{3DB6D851-0197-478A-ACB5-939313F0F89E}" srcId="{31297270-93DD-4B40-9530-62A1441070A4}" destId="{6D39F989-7BB2-44DA-A05D-51E555DCD249}" srcOrd="2" destOrd="0" parTransId="{8036DDC1-79AD-437F-B6F8-99E206D3C97B}" sibTransId="{00CECBED-45C2-4284-99D1-B4246FD7EE6C}"/>
    <dgm:cxn modelId="{5123825A-3F64-4B50-B00E-EBD8E31A6FC8}" type="presOf" srcId="{3619C1E8-4C86-43FB-AA56-0915B60640CB}" destId="{96646087-11C5-45E3-881E-003872230BB6}" srcOrd="0" destOrd="0" presId="urn:microsoft.com/office/officeart/2005/8/layout/vList5"/>
    <dgm:cxn modelId="{CED35A87-6331-4FCF-B431-49B8E3A6D862}" srcId="{3619C1E8-4C86-43FB-AA56-0915B60640CB}" destId="{950E70CD-CB0E-42DC-8E66-9BC3B9E8CD09}" srcOrd="0" destOrd="0" parTransId="{75EDA294-88B2-435C-8C73-B20155DA752E}" sibTransId="{D356ACBC-C798-4B2E-8F0F-B1A5CBE77B81}"/>
    <dgm:cxn modelId="{E285769A-9317-4C96-B324-E0757561B3AF}" srcId="{9948E9B8-DE8C-4D03-8AB3-4805D83D326F}" destId="{F5772B6A-4692-49FB-9D41-AC3EC3FC71BA}" srcOrd="0" destOrd="0" parTransId="{12374FB6-3176-4DBE-B324-609773FFCEAB}" sibTransId="{971A5578-A9F7-4724-B6A7-FFB70AAA4D1E}"/>
    <dgm:cxn modelId="{5DE01CA8-9534-4EC3-9ED6-2E5B696A5810}" type="presOf" srcId="{12F70A1D-AF7F-4218-BDED-FBCFAD1B54EE}" destId="{AB7E52C7-CC36-42F6-BA85-3AE10DBA3429}" srcOrd="0" destOrd="0" presId="urn:microsoft.com/office/officeart/2005/8/layout/vList5"/>
    <dgm:cxn modelId="{3F027EB9-4380-4CAB-BB6C-C7F941901339}" srcId="{6D39F989-7BB2-44DA-A05D-51E555DCD249}" destId="{42EE47DD-BDBA-4D22-A5AA-A25D961E7E8E}" srcOrd="0" destOrd="0" parTransId="{82536170-9DD4-4847-A0AF-601DB35D7345}" sibTransId="{A9B14BA1-B354-4AAA-9E47-53B067973ABA}"/>
    <dgm:cxn modelId="{4FF982BC-AEC5-474E-84EE-6365BB4E388A}" type="presOf" srcId="{9948E9B8-DE8C-4D03-8AB3-4805D83D326F}" destId="{EF5D040E-05AD-42E1-A81D-B3468143D185}" srcOrd="0" destOrd="0" presId="urn:microsoft.com/office/officeart/2005/8/layout/vList5"/>
    <dgm:cxn modelId="{A4DFD6BC-EDDE-477D-A71B-B02FA00C93C8}" type="presOf" srcId="{F5772B6A-4692-49FB-9D41-AC3EC3FC71BA}" destId="{DADC9B38-AEFB-44E7-9255-D8C0BC77A6D0}" srcOrd="0" destOrd="0" presId="urn:microsoft.com/office/officeart/2005/8/layout/vList5"/>
    <dgm:cxn modelId="{1D4638CC-E081-4DFE-986F-9F8AD41FF60E}" type="presOf" srcId="{6D39F989-7BB2-44DA-A05D-51E555DCD249}" destId="{DEC1ED81-77E8-435B-9EDD-F84B34B6AE13}" srcOrd="0" destOrd="0" presId="urn:microsoft.com/office/officeart/2005/8/layout/vList5"/>
    <dgm:cxn modelId="{E62614D4-6C54-4DB0-ACAA-135B06B365FE}" srcId="{31297270-93DD-4B40-9530-62A1441070A4}" destId="{3619C1E8-4C86-43FB-AA56-0915B60640CB}" srcOrd="1" destOrd="0" parTransId="{D25982B0-78B2-45E5-B833-A2FE4A513AD6}" sibTransId="{9F199B0A-0AC3-4A78-B3DE-FC0ADCF2679A}"/>
    <dgm:cxn modelId="{0D1475D8-1307-48DF-807F-620EC40D9C32}" type="presOf" srcId="{42EE47DD-BDBA-4D22-A5AA-A25D961E7E8E}" destId="{F90F7886-808B-4E4D-AEBB-6E351C31AF93}" srcOrd="0" destOrd="0" presId="urn:microsoft.com/office/officeart/2005/8/layout/vList5"/>
    <dgm:cxn modelId="{E37F80DA-197C-421E-AD6F-67180AC7B3A9}" srcId="{8DECCB48-8126-4973-85A0-B4ABADEBEDD8}" destId="{D7550820-6D7D-4CD0-9A1C-2E1D8191E841}" srcOrd="0" destOrd="0" parTransId="{CA659089-6A4A-4E5E-9E7A-4486040C8022}" sibTransId="{412759F4-90C1-41B4-AE85-0D55E6C9069B}"/>
    <dgm:cxn modelId="{564F1FF0-D42E-48B2-92FC-A93920673BF3}" type="presOf" srcId="{31297270-93DD-4B40-9530-62A1441070A4}" destId="{CFB00241-1A06-46DF-BFAD-9A0E56EA4008}" srcOrd="0" destOrd="0" presId="urn:microsoft.com/office/officeart/2005/8/layout/vList5"/>
    <dgm:cxn modelId="{0EFCCBF2-58ED-45F0-B4D6-F01F3CCB26F1}" srcId="{18626147-A6B2-4693-BEC7-110E39BD9FC7}" destId="{12F70A1D-AF7F-4218-BDED-FBCFAD1B54EE}" srcOrd="0" destOrd="0" parTransId="{C8766065-BEF6-4F04-86F7-FA3A3E35CE26}" sibTransId="{520D8355-C26D-469B-9943-0835B26826A7}"/>
    <dgm:cxn modelId="{F49ECBFE-8527-482E-9953-9963656DBD37}" srcId="{8692112A-71AF-4246-98EA-A9E6F569A149}" destId="{551FCFE9-C45E-475F-B946-B9A3D8CC54AE}" srcOrd="0" destOrd="0" parTransId="{07675106-9F8C-4C21-9E19-443776FCEB1E}" sibTransId="{7DAF7322-2064-4757-A9ED-810C1127863E}"/>
    <dgm:cxn modelId="{67C0083C-CC55-4A99-AB3F-89F43D040DC0}" type="presParOf" srcId="{CFB00241-1A06-46DF-BFAD-9A0E56EA4008}" destId="{B53BF187-9621-4C6D-920D-DEB070707BEB}" srcOrd="0" destOrd="0" presId="urn:microsoft.com/office/officeart/2005/8/layout/vList5"/>
    <dgm:cxn modelId="{02A0E982-45E5-4D23-8DFB-1E9D39DBDD38}" type="presParOf" srcId="{B53BF187-9621-4C6D-920D-DEB070707BEB}" destId="{56052831-BD47-4982-85BF-A111E14565D0}" srcOrd="0" destOrd="0" presId="urn:microsoft.com/office/officeart/2005/8/layout/vList5"/>
    <dgm:cxn modelId="{C23A7F65-4973-4058-9FF8-92518C88459B}" type="presParOf" srcId="{B53BF187-9621-4C6D-920D-DEB070707BEB}" destId="{C58F7BD8-01F6-4E7E-BD46-1758FF5BD59A}" srcOrd="1" destOrd="0" presId="urn:microsoft.com/office/officeart/2005/8/layout/vList5"/>
    <dgm:cxn modelId="{D425325B-2F23-4E00-9EC7-32E318CC4742}" type="presParOf" srcId="{CFB00241-1A06-46DF-BFAD-9A0E56EA4008}" destId="{57E91396-E3BC-4E55-BD2F-2D89523155E9}" srcOrd="1" destOrd="0" presId="urn:microsoft.com/office/officeart/2005/8/layout/vList5"/>
    <dgm:cxn modelId="{71A7B198-2CDC-45B8-B16B-6A0A97BABB7B}" type="presParOf" srcId="{CFB00241-1A06-46DF-BFAD-9A0E56EA4008}" destId="{1BC6A818-BDAB-4810-B42C-912E80049697}" srcOrd="2" destOrd="0" presId="urn:microsoft.com/office/officeart/2005/8/layout/vList5"/>
    <dgm:cxn modelId="{EA727733-3BA6-4B58-8C87-7B5491141DD8}" type="presParOf" srcId="{1BC6A818-BDAB-4810-B42C-912E80049697}" destId="{96646087-11C5-45E3-881E-003872230BB6}" srcOrd="0" destOrd="0" presId="urn:microsoft.com/office/officeart/2005/8/layout/vList5"/>
    <dgm:cxn modelId="{52F40400-43A7-42CE-B7C1-05CB9F110A9C}" type="presParOf" srcId="{1BC6A818-BDAB-4810-B42C-912E80049697}" destId="{9714DC26-A307-4AC9-93F4-9160BB494D48}" srcOrd="1" destOrd="0" presId="urn:microsoft.com/office/officeart/2005/8/layout/vList5"/>
    <dgm:cxn modelId="{FDA7CE13-9DF4-451D-A15A-77692A3C45FE}" type="presParOf" srcId="{CFB00241-1A06-46DF-BFAD-9A0E56EA4008}" destId="{F7B611BA-108A-465E-8D6A-7E143BB28EBF}" srcOrd="3" destOrd="0" presId="urn:microsoft.com/office/officeart/2005/8/layout/vList5"/>
    <dgm:cxn modelId="{A8B31066-148F-4FB0-9640-9F2697A3BDCD}" type="presParOf" srcId="{CFB00241-1A06-46DF-BFAD-9A0E56EA4008}" destId="{41C9BDFB-87AD-44EC-AABF-AD05947EE209}" srcOrd="4" destOrd="0" presId="urn:microsoft.com/office/officeart/2005/8/layout/vList5"/>
    <dgm:cxn modelId="{2AA47B84-A1B4-499E-B0E2-750F3BC195EC}" type="presParOf" srcId="{41C9BDFB-87AD-44EC-AABF-AD05947EE209}" destId="{DEC1ED81-77E8-435B-9EDD-F84B34B6AE13}" srcOrd="0" destOrd="0" presId="urn:microsoft.com/office/officeart/2005/8/layout/vList5"/>
    <dgm:cxn modelId="{BE222F8D-F0E2-498B-8B07-97C85BF90CDC}" type="presParOf" srcId="{41C9BDFB-87AD-44EC-AABF-AD05947EE209}" destId="{F90F7886-808B-4E4D-AEBB-6E351C31AF93}" srcOrd="1" destOrd="0" presId="urn:microsoft.com/office/officeart/2005/8/layout/vList5"/>
    <dgm:cxn modelId="{BA0B985E-0864-435E-B870-500BDCCCCB7C}" type="presParOf" srcId="{CFB00241-1A06-46DF-BFAD-9A0E56EA4008}" destId="{7827D264-130A-4FE5-96B6-B37274F12989}" srcOrd="5" destOrd="0" presId="urn:microsoft.com/office/officeart/2005/8/layout/vList5"/>
    <dgm:cxn modelId="{90437D59-5177-4F78-BDD6-C468D87C33D6}" type="presParOf" srcId="{CFB00241-1A06-46DF-BFAD-9A0E56EA4008}" destId="{5C4252D3-072D-4610-9243-B1E38D8AEF82}" srcOrd="6" destOrd="0" presId="urn:microsoft.com/office/officeart/2005/8/layout/vList5"/>
    <dgm:cxn modelId="{A6AE3813-4ADD-4B87-8DFA-582A957E4CED}" type="presParOf" srcId="{5C4252D3-072D-4610-9243-B1E38D8AEF82}" destId="{08C65C80-890E-4A96-9092-C4A9FFD7436E}" srcOrd="0" destOrd="0" presId="urn:microsoft.com/office/officeart/2005/8/layout/vList5"/>
    <dgm:cxn modelId="{F7556FBA-FC05-49BC-AAA4-3F0C081AE476}" type="presParOf" srcId="{5C4252D3-072D-4610-9243-B1E38D8AEF82}" destId="{AB7E52C7-CC36-42F6-BA85-3AE10DBA3429}" srcOrd="1" destOrd="0" presId="urn:microsoft.com/office/officeart/2005/8/layout/vList5"/>
    <dgm:cxn modelId="{E396B566-63A4-4E7E-A5BA-32E4622500E1}" type="presParOf" srcId="{CFB00241-1A06-46DF-BFAD-9A0E56EA4008}" destId="{D4647A64-8931-4EF4-ADA8-2EF642C04D00}" srcOrd="7" destOrd="0" presId="urn:microsoft.com/office/officeart/2005/8/layout/vList5"/>
    <dgm:cxn modelId="{F7733452-73E7-4743-9627-667C392034B6}" type="presParOf" srcId="{CFB00241-1A06-46DF-BFAD-9A0E56EA4008}" destId="{94E2A752-6B3C-4BDA-8D4A-68FF578F5E0E}" srcOrd="8" destOrd="0" presId="urn:microsoft.com/office/officeart/2005/8/layout/vList5"/>
    <dgm:cxn modelId="{46D9F4D0-B23F-4FDC-870A-7F21697A10CE}" type="presParOf" srcId="{94E2A752-6B3C-4BDA-8D4A-68FF578F5E0E}" destId="{EF5D040E-05AD-42E1-A81D-B3468143D185}" srcOrd="0" destOrd="0" presId="urn:microsoft.com/office/officeart/2005/8/layout/vList5"/>
    <dgm:cxn modelId="{9690B74A-6F42-4B86-B617-5EC537B2834C}" type="presParOf" srcId="{94E2A752-6B3C-4BDA-8D4A-68FF578F5E0E}" destId="{DADC9B38-AEFB-44E7-9255-D8C0BC77A6D0}" srcOrd="1" destOrd="0" presId="urn:microsoft.com/office/officeart/2005/8/layout/vList5"/>
    <dgm:cxn modelId="{A1715B48-F39E-4AF4-AC3B-90E87AF53230}" type="presParOf" srcId="{CFB00241-1A06-46DF-BFAD-9A0E56EA4008}" destId="{A79C0E27-F519-43AD-B31C-043A51E5149A}" srcOrd="9" destOrd="0" presId="urn:microsoft.com/office/officeart/2005/8/layout/vList5"/>
    <dgm:cxn modelId="{99F7DED7-51D1-4DC1-BA62-BD8AA646E064}" type="presParOf" srcId="{CFB00241-1A06-46DF-BFAD-9A0E56EA4008}" destId="{7E324BF1-657D-4B62-8CBC-7383A5786593}" srcOrd="10" destOrd="0" presId="urn:microsoft.com/office/officeart/2005/8/layout/vList5"/>
    <dgm:cxn modelId="{3C2C9C08-D370-41BB-A05D-33E2850E9AC8}" type="presParOf" srcId="{7E324BF1-657D-4B62-8CBC-7383A5786593}" destId="{A03195C8-00B0-450E-9C16-0B9160FDE9FA}" srcOrd="0" destOrd="0" presId="urn:microsoft.com/office/officeart/2005/8/layout/vList5"/>
    <dgm:cxn modelId="{E98477E1-445D-4A88-8EA1-47ACBF7DC244}" type="presParOf" srcId="{7E324BF1-657D-4B62-8CBC-7383A5786593}" destId="{BC7BB0D5-08A1-49FE-A3F0-9AD61C4FB2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C2B655-944D-4598-A400-5D61C4D2BF5D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762D62-005D-4047-ADBB-DFAE1AB1ED44}">
      <dgm:prSet/>
      <dgm:spPr/>
      <dgm:t>
        <a:bodyPr/>
        <a:lstStyle/>
        <a:p>
          <a:r>
            <a:rPr lang="en-IN"/>
            <a:t>The Digital Twin operates in a continuous loop that emulates real machine operation:</a:t>
          </a:r>
          <a:endParaRPr lang="en-US"/>
        </a:p>
      </dgm:t>
    </dgm:pt>
    <dgm:pt modelId="{EC988712-98B2-4A32-AF89-9CA64ABC7468}" type="parTrans" cxnId="{15C172A8-A3EC-407F-91F6-27984DEEC08D}">
      <dgm:prSet/>
      <dgm:spPr/>
      <dgm:t>
        <a:bodyPr/>
        <a:lstStyle/>
        <a:p>
          <a:endParaRPr lang="en-US"/>
        </a:p>
      </dgm:t>
    </dgm:pt>
    <dgm:pt modelId="{82F38185-224E-4F7E-BA24-6CD78BC7FF48}" type="sibTrans" cxnId="{15C172A8-A3EC-407F-91F6-27984DEEC08D}">
      <dgm:prSet/>
      <dgm:spPr/>
      <dgm:t>
        <a:bodyPr/>
        <a:lstStyle/>
        <a:p>
          <a:endParaRPr lang="en-US"/>
        </a:p>
      </dgm:t>
    </dgm:pt>
    <dgm:pt modelId="{32DA548B-F94D-4252-B454-30E7932EECCF}">
      <dgm:prSet/>
      <dgm:spPr/>
      <dgm:t>
        <a:bodyPr/>
        <a:lstStyle/>
        <a:p>
          <a:r>
            <a:rPr lang="en-IN" b="1"/>
            <a:t>Initialization (Healthy State Setup)</a:t>
          </a:r>
          <a:endParaRPr lang="en-US"/>
        </a:p>
      </dgm:t>
    </dgm:pt>
    <dgm:pt modelId="{DDFBD134-56CC-46BF-BEEF-4877311B6DFA}" type="parTrans" cxnId="{AFCD2591-E89F-4306-A775-F4B22797A3F9}">
      <dgm:prSet/>
      <dgm:spPr/>
      <dgm:t>
        <a:bodyPr/>
        <a:lstStyle/>
        <a:p>
          <a:endParaRPr lang="en-US"/>
        </a:p>
      </dgm:t>
    </dgm:pt>
    <dgm:pt modelId="{26ECFEF4-87F9-4E9C-B69F-3DEBFF989E52}" type="sibTrans" cxnId="{AFCD2591-E89F-4306-A775-F4B22797A3F9}">
      <dgm:prSet/>
      <dgm:spPr/>
      <dgm:t>
        <a:bodyPr/>
        <a:lstStyle/>
        <a:p>
          <a:endParaRPr lang="en-US"/>
        </a:p>
      </dgm:t>
    </dgm:pt>
    <dgm:pt modelId="{1E846363-C7F9-4E22-A1C5-33394B8593C1}">
      <dgm:prSet/>
      <dgm:spPr/>
      <dgm:t>
        <a:bodyPr/>
        <a:lstStyle/>
        <a:p>
          <a:r>
            <a:rPr lang="en-IN"/>
            <a:t>ML Model 1 analyzes historical vibration datasets</a:t>
          </a:r>
          <a:endParaRPr lang="en-US"/>
        </a:p>
      </dgm:t>
    </dgm:pt>
    <dgm:pt modelId="{062BC38C-42B6-41DF-8083-1C61BEE090D1}" type="parTrans" cxnId="{0BA554C4-B720-4D59-ADC0-374D030A53F8}">
      <dgm:prSet/>
      <dgm:spPr/>
      <dgm:t>
        <a:bodyPr/>
        <a:lstStyle/>
        <a:p>
          <a:endParaRPr lang="en-US"/>
        </a:p>
      </dgm:t>
    </dgm:pt>
    <dgm:pt modelId="{78DAE2FE-48D6-49CB-B334-815946406E28}" type="sibTrans" cxnId="{0BA554C4-B720-4D59-ADC0-374D030A53F8}">
      <dgm:prSet/>
      <dgm:spPr/>
      <dgm:t>
        <a:bodyPr/>
        <a:lstStyle/>
        <a:p>
          <a:endParaRPr lang="en-US"/>
        </a:p>
      </dgm:t>
    </dgm:pt>
    <dgm:pt modelId="{59A0F80B-0946-4112-9C15-3C983ABFD739}">
      <dgm:prSet/>
      <dgm:spPr/>
      <dgm:t>
        <a:bodyPr/>
        <a:lstStyle/>
        <a:p>
          <a:r>
            <a:rPr lang="en-IN"/>
            <a:t>Learns optimal base parameters:</a:t>
          </a:r>
          <a:endParaRPr lang="en-US"/>
        </a:p>
      </dgm:t>
    </dgm:pt>
    <dgm:pt modelId="{27E8E867-B6D0-401B-ACBC-B7E250752A89}" type="parTrans" cxnId="{7C6B56AE-C5B6-4220-9978-4B8EBEF48837}">
      <dgm:prSet/>
      <dgm:spPr/>
      <dgm:t>
        <a:bodyPr/>
        <a:lstStyle/>
        <a:p>
          <a:endParaRPr lang="en-US"/>
        </a:p>
      </dgm:t>
    </dgm:pt>
    <dgm:pt modelId="{1967923F-108E-49AC-84F4-D849B89A8EA1}" type="sibTrans" cxnId="{7C6B56AE-C5B6-4220-9978-4B8EBEF48837}">
      <dgm:prSet/>
      <dgm:spPr/>
      <dgm:t>
        <a:bodyPr/>
        <a:lstStyle/>
        <a:p>
          <a:endParaRPr lang="en-US"/>
        </a:p>
      </dgm:t>
    </dgm:pt>
    <dgm:pt modelId="{37F0D069-FD53-4F35-9CF0-FAC890867F1C}">
      <dgm:prSet/>
      <dgm:spPr/>
      <dgm:t>
        <a:bodyPr/>
        <a:lstStyle/>
        <a:p>
          <a:r>
            <a:rPr lang="en-IN"/>
            <a:t>Spring = 500 N·m/rad</a:t>
          </a:r>
          <a:endParaRPr lang="en-US"/>
        </a:p>
      </dgm:t>
    </dgm:pt>
    <dgm:pt modelId="{765EA7AD-A307-4151-BC53-A113F3320E75}" type="parTrans" cxnId="{D6EA109E-E97A-4554-B25B-510C362D9911}">
      <dgm:prSet/>
      <dgm:spPr/>
      <dgm:t>
        <a:bodyPr/>
        <a:lstStyle/>
        <a:p>
          <a:endParaRPr lang="en-US"/>
        </a:p>
      </dgm:t>
    </dgm:pt>
    <dgm:pt modelId="{B53EB256-14FA-4F17-923C-98F5F6CE40E5}" type="sibTrans" cxnId="{D6EA109E-E97A-4554-B25B-510C362D9911}">
      <dgm:prSet/>
      <dgm:spPr/>
      <dgm:t>
        <a:bodyPr/>
        <a:lstStyle/>
        <a:p>
          <a:endParaRPr lang="en-US"/>
        </a:p>
      </dgm:t>
    </dgm:pt>
    <dgm:pt modelId="{05C7EEB8-486A-42AE-A582-E17D0605A9F5}">
      <dgm:prSet/>
      <dgm:spPr/>
      <dgm:t>
        <a:bodyPr/>
        <a:lstStyle/>
        <a:p>
          <a:r>
            <a:rPr lang="en-IN"/>
            <a:t>Damper = 0.50 N·m·s/rad</a:t>
          </a:r>
          <a:endParaRPr lang="en-US"/>
        </a:p>
      </dgm:t>
    </dgm:pt>
    <dgm:pt modelId="{F6CEB8C0-14AB-4B51-AED1-50DD6D712344}" type="parTrans" cxnId="{EE1D4253-21D5-4827-B21F-9527D570E563}">
      <dgm:prSet/>
      <dgm:spPr/>
      <dgm:t>
        <a:bodyPr/>
        <a:lstStyle/>
        <a:p>
          <a:endParaRPr lang="en-US"/>
        </a:p>
      </dgm:t>
    </dgm:pt>
    <dgm:pt modelId="{96BA19DA-C0B4-4648-A02D-ADE68FD35C38}" type="sibTrans" cxnId="{EE1D4253-21D5-4827-B21F-9527D570E563}">
      <dgm:prSet/>
      <dgm:spPr/>
      <dgm:t>
        <a:bodyPr/>
        <a:lstStyle/>
        <a:p>
          <a:endParaRPr lang="en-US"/>
        </a:p>
      </dgm:t>
    </dgm:pt>
    <dgm:pt modelId="{282EB3D3-E242-42DD-850C-DAFD26644CFF}">
      <dgm:prSet/>
      <dgm:spPr/>
      <dgm:t>
        <a:bodyPr/>
        <a:lstStyle/>
        <a:p>
          <a:r>
            <a:rPr lang="en-IN"/>
            <a:t>Inertia = 0.124 kg·m²</a:t>
          </a:r>
          <a:endParaRPr lang="en-US"/>
        </a:p>
      </dgm:t>
    </dgm:pt>
    <dgm:pt modelId="{F5179D56-617D-4E1A-A104-3C1C568438BA}" type="parTrans" cxnId="{E95964E2-815E-43FE-93F6-9C00CC8AD03E}">
      <dgm:prSet/>
      <dgm:spPr/>
      <dgm:t>
        <a:bodyPr/>
        <a:lstStyle/>
        <a:p>
          <a:endParaRPr lang="en-US"/>
        </a:p>
      </dgm:t>
    </dgm:pt>
    <dgm:pt modelId="{0CBC6CFA-7386-4675-9EF8-06823811E112}" type="sibTrans" cxnId="{E95964E2-815E-43FE-93F6-9C00CC8AD03E}">
      <dgm:prSet/>
      <dgm:spPr/>
      <dgm:t>
        <a:bodyPr/>
        <a:lstStyle/>
        <a:p>
          <a:endParaRPr lang="en-US"/>
        </a:p>
      </dgm:t>
    </dgm:pt>
    <dgm:pt modelId="{C1F31638-8BCF-44F9-BA97-65AD094A7F8E}">
      <dgm:prSet/>
      <dgm:spPr/>
      <dgm:t>
        <a:bodyPr/>
        <a:lstStyle/>
        <a:p>
          <a:r>
            <a:rPr lang="en-IN"/>
            <a:t>Environmental factors initialized (temperature, humidity, dust, environment type)</a:t>
          </a:r>
          <a:endParaRPr lang="en-US"/>
        </a:p>
      </dgm:t>
    </dgm:pt>
    <dgm:pt modelId="{49706512-6CBE-44E6-8A67-9A4CD5BFC46C}" type="parTrans" cxnId="{B3376BDC-0334-4565-B43D-3A3F0D9C2FA1}">
      <dgm:prSet/>
      <dgm:spPr/>
      <dgm:t>
        <a:bodyPr/>
        <a:lstStyle/>
        <a:p>
          <a:endParaRPr lang="en-US"/>
        </a:p>
      </dgm:t>
    </dgm:pt>
    <dgm:pt modelId="{678D9D62-F13A-44B4-BF44-8A8CA8BA8001}" type="sibTrans" cxnId="{B3376BDC-0334-4565-B43D-3A3F0D9C2FA1}">
      <dgm:prSet/>
      <dgm:spPr/>
      <dgm:t>
        <a:bodyPr/>
        <a:lstStyle/>
        <a:p>
          <a:endParaRPr lang="en-US"/>
        </a:p>
      </dgm:t>
    </dgm:pt>
    <dgm:pt modelId="{C49AAF77-EC5B-45BA-9526-94A6EC8B424A}">
      <dgm:prSet/>
      <dgm:spPr/>
      <dgm:t>
        <a:bodyPr/>
        <a:lstStyle/>
        <a:p>
          <a:r>
            <a:rPr lang="en-IN"/>
            <a:t>Historical database initialized</a:t>
          </a:r>
          <a:endParaRPr lang="en-US"/>
        </a:p>
      </dgm:t>
    </dgm:pt>
    <dgm:pt modelId="{EC9DA939-A383-4129-BE6E-B1A12FCE3E8A}" type="parTrans" cxnId="{77829120-2DA8-4F8C-89E5-B7DF71F50EE9}">
      <dgm:prSet/>
      <dgm:spPr/>
      <dgm:t>
        <a:bodyPr/>
        <a:lstStyle/>
        <a:p>
          <a:endParaRPr lang="en-US"/>
        </a:p>
      </dgm:t>
    </dgm:pt>
    <dgm:pt modelId="{6942B536-360C-45E5-ABD1-27BFF874692D}" type="sibTrans" cxnId="{77829120-2DA8-4F8C-89E5-B7DF71F50EE9}">
      <dgm:prSet/>
      <dgm:spPr/>
      <dgm:t>
        <a:bodyPr/>
        <a:lstStyle/>
        <a:p>
          <a:endParaRPr lang="en-US"/>
        </a:p>
      </dgm:t>
    </dgm:pt>
    <dgm:pt modelId="{33EB3FAA-0DFA-46A2-B275-A8BFA16DF7F9}">
      <dgm:prSet/>
      <dgm:spPr/>
      <dgm:t>
        <a:bodyPr/>
        <a:lstStyle/>
        <a:p>
          <a:r>
            <a:rPr lang="en-IN" b="1"/>
            <a:t>Simulation Cycle (1 cycle = 1 simulated hour)</a:t>
          </a:r>
          <a:endParaRPr lang="en-US"/>
        </a:p>
      </dgm:t>
    </dgm:pt>
    <dgm:pt modelId="{21392A34-9158-492C-A4E3-D34426A98076}" type="parTrans" cxnId="{F1B6EF0E-45DE-4920-B276-6AC553D25C07}">
      <dgm:prSet/>
      <dgm:spPr/>
      <dgm:t>
        <a:bodyPr/>
        <a:lstStyle/>
        <a:p>
          <a:endParaRPr lang="en-US"/>
        </a:p>
      </dgm:t>
    </dgm:pt>
    <dgm:pt modelId="{3DCDA03D-D0F1-4AA1-985F-015D73FFE7DB}" type="sibTrans" cxnId="{F1B6EF0E-45DE-4920-B276-6AC553D25C07}">
      <dgm:prSet/>
      <dgm:spPr/>
      <dgm:t>
        <a:bodyPr/>
        <a:lstStyle/>
        <a:p>
          <a:endParaRPr lang="en-US"/>
        </a:p>
      </dgm:t>
    </dgm:pt>
    <dgm:pt modelId="{F410B756-4C7F-4D26-A9BD-0E6DD57413AE}">
      <dgm:prSet/>
      <dgm:spPr/>
      <dgm:t>
        <a:bodyPr/>
        <a:lstStyle/>
        <a:p>
          <a:r>
            <a:rPr lang="en-IN"/>
            <a:t>Run Simulink shaft model using current parameters</a:t>
          </a:r>
          <a:endParaRPr lang="en-US"/>
        </a:p>
      </dgm:t>
    </dgm:pt>
    <dgm:pt modelId="{490A1F44-ACD5-4568-B61E-2E8CA542EB0B}" type="parTrans" cxnId="{B60E636A-C3FF-4535-B7B6-D37A7B584302}">
      <dgm:prSet/>
      <dgm:spPr/>
      <dgm:t>
        <a:bodyPr/>
        <a:lstStyle/>
        <a:p>
          <a:endParaRPr lang="en-US"/>
        </a:p>
      </dgm:t>
    </dgm:pt>
    <dgm:pt modelId="{69B82F5E-17A8-4A56-AAED-440616CCA9D0}" type="sibTrans" cxnId="{B60E636A-C3FF-4535-B7B6-D37A7B584302}">
      <dgm:prSet/>
      <dgm:spPr/>
      <dgm:t>
        <a:bodyPr/>
        <a:lstStyle/>
        <a:p>
          <a:endParaRPr lang="en-US"/>
        </a:p>
      </dgm:t>
    </dgm:pt>
    <dgm:pt modelId="{256E36D5-ED8C-4EF6-839E-7F057648317A}">
      <dgm:prSet/>
      <dgm:spPr/>
      <dgm:t>
        <a:bodyPr/>
        <a:lstStyle/>
        <a:p>
          <a:r>
            <a:rPr lang="en-IN"/>
            <a:t>Generate vibration signals (torque, velocity, displacement)</a:t>
          </a:r>
          <a:endParaRPr lang="en-US"/>
        </a:p>
      </dgm:t>
    </dgm:pt>
    <dgm:pt modelId="{4DC5D02E-53C0-469B-92C7-CEE17B304BDD}" type="parTrans" cxnId="{2EB848E3-CB6C-4113-994B-4F7CF99D6890}">
      <dgm:prSet/>
      <dgm:spPr/>
      <dgm:t>
        <a:bodyPr/>
        <a:lstStyle/>
        <a:p>
          <a:endParaRPr lang="en-US"/>
        </a:p>
      </dgm:t>
    </dgm:pt>
    <dgm:pt modelId="{07A43B6C-29EB-4A7D-B985-82A2932534D8}" type="sibTrans" cxnId="{2EB848E3-CB6C-4113-994B-4F7CF99D6890}">
      <dgm:prSet/>
      <dgm:spPr/>
      <dgm:t>
        <a:bodyPr/>
        <a:lstStyle/>
        <a:p>
          <a:endParaRPr lang="en-US"/>
        </a:p>
      </dgm:t>
    </dgm:pt>
    <dgm:pt modelId="{58DF6C26-47ED-448F-B1D4-094232105249}">
      <dgm:prSet/>
      <dgm:spPr/>
      <dgm:t>
        <a:bodyPr/>
        <a:lstStyle/>
        <a:p>
          <a:r>
            <a:rPr lang="en-IN"/>
            <a:t>Extract 12+ features (RMS, peak, crest factor, FFT peaks, band energies)</a:t>
          </a:r>
          <a:endParaRPr lang="en-US"/>
        </a:p>
      </dgm:t>
    </dgm:pt>
    <dgm:pt modelId="{32932EAA-1DDE-4A47-9C50-63A88E5199A2}" type="parTrans" cxnId="{5260B57A-9932-4BF1-A96A-AC3E48F9841A}">
      <dgm:prSet/>
      <dgm:spPr/>
      <dgm:t>
        <a:bodyPr/>
        <a:lstStyle/>
        <a:p>
          <a:endParaRPr lang="en-US"/>
        </a:p>
      </dgm:t>
    </dgm:pt>
    <dgm:pt modelId="{F2CBE899-99F2-4740-B2E3-C718C6E3E932}" type="sibTrans" cxnId="{5260B57A-9932-4BF1-A96A-AC3E48F9841A}">
      <dgm:prSet/>
      <dgm:spPr/>
      <dgm:t>
        <a:bodyPr/>
        <a:lstStyle/>
        <a:p>
          <a:endParaRPr lang="en-US"/>
        </a:p>
      </dgm:t>
    </dgm:pt>
    <dgm:pt modelId="{38727278-5AA4-4B28-B5B2-FC26A5BCDFAC}">
      <dgm:prSet/>
      <dgm:spPr/>
      <dgm:t>
        <a:bodyPr/>
        <a:lstStyle/>
        <a:p>
          <a:r>
            <a:rPr lang="en-IN" b="1"/>
            <a:t>Wear Update (Future Phase)</a:t>
          </a:r>
          <a:endParaRPr lang="en-US"/>
        </a:p>
      </dgm:t>
    </dgm:pt>
    <dgm:pt modelId="{BF605B63-717D-40CB-B1F3-8A6E29B737ED}" type="parTrans" cxnId="{1B6431E9-3864-4DEE-88AA-F586CFAEF42D}">
      <dgm:prSet/>
      <dgm:spPr/>
      <dgm:t>
        <a:bodyPr/>
        <a:lstStyle/>
        <a:p>
          <a:endParaRPr lang="en-US"/>
        </a:p>
      </dgm:t>
    </dgm:pt>
    <dgm:pt modelId="{82A4C83E-E82D-4DD1-B1E2-7821FC1B6E7C}" type="sibTrans" cxnId="{1B6431E9-3864-4DEE-88AA-F586CFAEF42D}">
      <dgm:prSet/>
      <dgm:spPr/>
      <dgm:t>
        <a:bodyPr/>
        <a:lstStyle/>
        <a:p>
          <a:endParaRPr lang="en-US"/>
        </a:p>
      </dgm:t>
    </dgm:pt>
    <dgm:pt modelId="{204DB281-A810-4100-937A-ACEF28364FC1}">
      <dgm:prSet/>
      <dgm:spPr/>
      <dgm:t>
        <a:bodyPr/>
        <a:lstStyle/>
        <a:p>
          <a:r>
            <a:rPr lang="en-IN"/>
            <a:t>ML Model 2 calculates parameter degradation based on:</a:t>
          </a:r>
          <a:endParaRPr lang="en-US"/>
        </a:p>
      </dgm:t>
    </dgm:pt>
    <dgm:pt modelId="{5BC3A07A-ECDE-4FD0-854A-634A3B60C2F3}" type="parTrans" cxnId="{FF8FCF30-59FC-48AD-A46D-AF195B9D1D57}">
      <dgm:prSet/>
      <dgm:spPr/>
      <dgm:t>
        <a:bodyPr/>
        <a:lstStyle/>
        <a:p>
          <a:endParaRPr lang="en-US"/>
        </a:p>
      </dgm:t>
    </dgm:pt>
    <dgm:pt modelId="{4D2A7375-A448-4A68-B0CA-7FA16AF06064}" type="sibTrans" cxnId="{FF8FCF30-59FC-48AD-A46D-AF195B9D1D57}">
      <dgm:prSet/>
      <dgm:spPr/>
      <dgm:t>
        <a:bodyPr/>
        <a:lstStyle/>
        <a:p>
          <a:endParaRPr lang="en-US"/>
        </a:p>
      </dgm:t>
    </dgm:pt>
    <dgm:pt modelId="{E59A5997-7C2D-4702-8A90-D3E70E824D75}">
      <dgm:prSet/>
      <dgm:spPr/>
      <dgm:t>
        <a:bodyPr/>
        <a:lstStyle/>
        <a:p>
          <a:r>
            <a:rPr lang="en-IN"/>
            <a:t>Operating conditions</a:t>
          </a:r>
          <a:endParaRPr lang="en-US"/>
        </a:p>
      </dgm:t>
    </dgm:pt>
    <dgm:pt modelId="{68A9B5C3-46BE-4729-8F32-B1F8F03F67A2}" type="parTrans" cxnId="{FE21DE0D-91F0-46BC-A4A8-CD259ED4C375}">
      <dgm:prSet/>
      <dgm:spPr/>
      <dgm:t>
        <a:bodyPr/>
        <a:lstStyle/>
        <a:p>
          <a:endParaRPr lang="en-US"/>
        </a:p>
      </dgm:t>
    </dgm:pt>
    <dgm:pt modelId="{B7E2C2C3-8643-4B46-9322-A8135F8B2F5B}" type="sibTrans" cxnId="{FE21DE0D-91F0-46BC-A4A8-CD259ED4C375}">
      <dgm:prSet/>
      <dgm:spPr/>
      <dgm:t>
        <a:bodyPr/>
        <a:lstStyle/>
        <a:p>
          <a:endParaRPr lang="en-US"/>
        </a:p>
      </dgm:t>
    </dgm:pt>
    <dgm:pt modelId="{31567C64-CBB5-48BF-8828-AD5A3922A365}">
      <dgm:prSet/>
      <dgm:spPr/>
      <dgm:t>
        <a:bodyPr/>
        <a:lstStyle/>
        <a:p>
          <a:r>
            <a:rPr lang="en-IN"/>
            <a:t>Environmental conditions</a:t>
          </a:r>
          <a:endParaRPr lang="en-US"/>
        </a:p>
      </dgm:t>
    </dgm:pt>
    <dgm:pt modelId="{1B891633-22EA-435C-A3AE-E456CC24F780}" type="parTrans" cxnId="{4358279F-5A6F-49E5-90DE-6D35802B0BB8}">
      <dgm:prSet/>
      <dgm:spPr/>
      <dgm:t>
        <a:bodyPr/>
        <a:lstStyle/>
        <a:p>
          <a:endParaRPr lang="en-US"/>
        </a:p>
      </dgm:t>
    </dgm:pt>
    <dgm:pt modelId="{BE8D164A-CEED-4B37-8EB3-77B8D1970A7C}" type="sibTrans" cxnId="{4358279F-5A6F-49E5-90DE-6D35802B0BB8}">
      <dgm:prSet/>
      <dgm:spPr/>
      <dgm:t>
        <a:bodyPr/>
        <a:lstStyle/>
        <a:p>
          <a:endParaRPr lang="en-US"/>
        </a:p>
      </dgm:t>
    </dgm:pt>
    <dgm:pt modelId="{41787E08-0597-4AA7-9E18-7EF1278F6343}">
      <dgm:prSet/>
      <dgm:spPr/>
      <dgm:t>
        <a:bodyPr/>
        <a:lstStyle/>
        <a:p>
          <a:r>
            <a:rPr lang="en-IN"/>
            <a:t>Historical vibration trends</a:t>
          </a:r>
          <a:endParaRPr lang="en-US"/>
        </a:p>
      </dgm:t>
    </dgm:pt>
    <dgm:pt modelId="{24E5C04C-7CD4-4704-9257-77A084DC9CA0}" type="parTrans" cxnId="{1DB9EFCA-A95A-470B-9B9D-E6A1924341BF}">
      <dgm:prSet/>
      <dgm:spPr/>
      <dgm:t>
        <a:bodyPr/>
        <a:lstStyle/>
        <a:p>
          <a:endParaRPr lang="en-US"/>
        </a:p>
      </dgm:t>
    </dgm:pt>
    <dgm:pt modelId="{38D0F34F-DD90-47E0-AF36-6A76F1BB412D}" type="sibTrans" cxnId="{1DB9EFCA-A95A-470B-9B9D-E6A1924341BF}">
      <dgm:prSet/>
      <dgm:spPr/>
      <dgm:t>
        <a:bodyPr/>
        <a:lstStyle/>
        <a:p>
          <a:endParaRPr lang="en-US"/>
        </a:p>
      </dgm:t>
    </dgm:pt>
    <dgm:pt modelId="{F0941E61-FD0C-47BC-A42B-CA032AC1A302}">
      <dgm:prSet/>
      <dgm:spPr/>
      <dgm:t>
        <a:bodyPr/>
        <a:lstStyle/>
        <a:p>
          <a:r>
            <a:rPr lang="en-IN"/>
            <a:t>Produces updated parameters (e.g., spring stiffness ↓, damping ↑)</a:t>
          </a:r>
          <a:endParaRPr lang="en-US"/>
        </a:p>
      </dgm:t>
    </dgm:pt>
    <dgm:pt modelId="{BE67CBFF-F67C-44C1-B151-A78C57F98E52}" type="parTrans" cxnId="{BB31AC7F-D06C-43C3-A183-21E74654406E}">
      <dgm:prSet/>
      <dgm:spPr/>
      <dgm:t>
        <a:bodyPr/>
        <a:lstStyle/>
        <a:p>
          <a:endParaRPr lang="en-US"/>
        </a:p>
      </dgm:t>
    </dgm:pt>
    <dgm:pt modelId="{86669F38-3227-4302-A108-98DED3E06CD6}" type="sibTrans" cxnId="{BB31AC7F-D06C-43C3-A183-21E74654406E}">
      <dgm:prSet/>
      <dgm:spPr/>
      <dgm:t>
        <a:bodyPr/>
        <a:lstStyle/>
        <a:p>
          <a:endParaRPr lang="en-US"/>
        </a:p>
      </dgm:t>
    </dgm:pt>
    <dgm:pt modelId="{A2DDC99E-781D-43CC-A796-C796EFAB3705}">
      <dgm:prSet/>
      <dgm:spPr/>
      <dgm:t>
        <a:bodyPr/>
        <a:lstStyle/>
        <a:p>
          <a:r>
            <a:rPr lang="en-IN" b="1"/>
            <a:t>RUL Prediction (Future Phase)</a:t>
          </a:r>
          <a:endParaRPr lang="en-US"/>
        </a:p>
      </dgm:t>
    </dgm:pt>
    <dgm:pt modelId="{1AF7B2FB-9D64-44EC-8442-85717A5BA374}" type="parTrans" cxnId="{C36AB25A-7020-4EEC-87BE-B00A721F1542}">
      <dgm:prSet/>
      <dgm:spPr/>
      <dgm:t>
        <a:bodyPr/>
        <a:lstStyle/>
        <a:p>
          <a:endParaRPr lang="en-US"/>
        </a:p>
      </dgm:t>
    </dgm:pt>
    <dgm:pt modelId="{D71FD1D1-5D03-487F-BC65-79A64DDE1860}" type="sibTrans" cxnId="{C36AB25A-7020-4EEC-87BE-B00A721F1542}">
      <dgm:prSet/>
      <dgm:spPr/>
      <dgm:t>
        <a:bodyPr/>
        <a:lstStyle/>
        <a:p>
          <a:endParaRPr lang="en-US"/>
        </a:p>
      </dgm:t>
    </dgm:pt>
    <dgm:pt modelId="{97F46941-6DEB-4FA5-91E1-054416E9979E}">
      <dgm:prSet/>
      <dgm:spPr/>
      <dgm:t>
        <a:bodyPr/>
        <a:lstStyle/>
        <a:p>
          <a:r>
            <a:rPr lang="en-IN"/>
            <a:t>ML Model 3 (BiLSTM) reads last 30-day vibration history</a:t>
          </a:r>
          <a:endParaRPr lang="en-US"/>
        </a:p>
      </dgm:t>
    </dgm:pt>
    <dgm:pt modelId="{40227323-DD97-4AC4-83C2-67C421D39F93}" type="parTrans" cxnId="{16435D19-BEBA-4489-9317-E602A61770E6}">
      <dgm:prSet/>
      <dgm:spPr/>
      <dgm:t>
        <a:bodyPr/>
        <a:lstStyle/>
        <a:p>
          <a:endParaRPr lang="en-US"/>
        </a:p>
      </dgm:t>
    </dgm:pt>
    <dgm:pt modelId="{2ADDC80A-082A-42F6-9344-CBCA6157E277}" type="sibTrans" cxnId="{16435D19-BEBA-4489-9317-E602A61770E6}">
      <dgm:prSet/>
      <dgm:spPr/>
      <dgm:t>
        <a:bodyPr/>
        <a:lstStyle/>
        <a:p>
          <a:endParaRPr lang="en-US"/>
        </a:p>
      </dgm:t>
    </dgm:pt>
    <dgm:pt modelId="{A53B9222-682C-4349-ADA4-B0E3920964CA}">
      <dgm:prSet/>
      <dgm:spPr/>
      <dgm:t>
        <a:bodyPr/>
        <a:lstStyle/>
        <a:p>
          <a:r>
            <a:rPr lang="en-IN"/>
            <a:t>Predicts Remaining Useful Life</a:t>
          </a:r>
          <a:endParaRPr lang="en-US"/>
        </a:p>
      </dgm:t>
    </dgm:pt>
    <dgm:pt modelId="{33A1D16D-6664-47C7-8021-F8F38FB6D4C0}" type="parTrans" cxnId="{DD063648-E4A7-4EF0-95D2-078137B62E7A}">
      <dgm:prSet/>
      <dgm:spPr/>
      <dgm:t>
        <a:bodyPr/>
        <a:lstStyle/>
        <a:p>
          <a:endParaRPr lang="en-US"/>
        </a:p>
      </dgm:t>
    </dgm:pt>
    <dgm:pt modelId="{8B8478FB-C0F7-4799-8FBC-AED0B26D9088}" type="sibTrans" cxnId="{DD063648-E4A7-4EF0-95D2-078137B62E7A}">
      <dgm:prSet/>
      <dgm:spPr/>
      <dgm:t>
        <a:bodyPr/>
        <a:lstStyle/>
        <a:p>
          <a:endParaRPr lang="en-US"/>
        </a:p>
      </dgm:t>
    </dgm:pt>
    <dgm:pt modelId="{DCAF92EB-69C9-48B8-9B96-69887640A6CD}">
      <dgm:prSet/>
      <dgm:spPr/>
      <dgm:t>
        <a:bodyPr/>
        <a:lstStyle/>
        <a:p>
          <a:r>
            <a:rPr lang="en-IN"/>
            <a:t>Stores prediction + updated parameters</a:t>
          </a:r>
          <a:endParaRPr lang="en-US"/>
        </a:p>
      </dgm:t>
    </dgm:pt>
    <dgm:pt modelId="{CF218B86-F7D4-4026-90A4-DEB49B28406A}" type="parTrans" cxnId="{E735C5F0-322A-4EB4-B76E-0C0B6C5274F8}">
      <dgm:prSet/>
      <dgm:spPr/>
      <dgm:t>
        <a:bodyPr/>
        <a:lstStyle/>
        <a:p>
          <a:endParaRPr lang="en-US"/>
        </a:p>
      </dgm:t>
    </dgm:pt>
    <dgm:pt modelId="{2AB96F28-C86C-4701-8CD7-A1FB07923007}" type="sibTrans" cxnId="{E735C5F0-322A-4EB4-B76E-0C0B6C5274F8}">
      <dgm:prSet/>
      <dgm:spPr/>
      <dgm:t>
        <a:bodyPr/>
        <a:lstStyle/>
        <a:p>
          <a:endParaRPr lang="en-US"/>
        </a:p>
      </dgm:t>
    </dgm:pt>
    <dgm:pt modelId="{E8A88A83-B4A1-46B2-8C7B-C5D2296FA1E5}">
      <dgm:prSet/>
      <dgm:spPr/>
      <dgm:t>
        <a:bodyPr/>
        <a:lstStyle/>
        <a:p>
          <a:r>
            <a:rPr lang="en-IN" b="1"/>
            <a:t>Dashboard Update</a:t>
          </a:r>
          <a:endParaRPr lang="en-US"/>
        </a:p>
      </dgm:t>
    </dgm:pt>
    <dgm:pt modelId="{7FAB85E3-272B-43B2-89F4-3C7E6FF674A3}" type="parTrans" cxnId="{9E79565E-B1EC-4956-922B-DE948E3C9DF5}">
      <dgm:prSet/>
      <dgm:spPr/>
      <dgm:t>
        <a:bodyPr/>
        <a:lstStyle/>
        <a:p>
          <a:endParaRPr lang="en-US"/>
        </a:p>
      </dgm:t>
    </dgm:pt>
    <dgm:pt modelId="{A1DB3267-6051-4464-B7CF-16BD91533534}" type="sibTrans" cxnId="{9E79565E-B1EC-4956-922B-DE948E3C9DF5}">
      <dgm:prSet/>
      <dgm:spPr/>
      <dgm:t>
        <a:bodyPr/>
        <a:lstStyle/>
        <a:p>
          <a:endParaRPr lang="en-US"/>
        </a:p>
      </dgm:t>
    </dgm:pt>
    <dgm:pt modelId="{B8E3B459-280C-4B9D-AB26-70C594F1B9D0}">
      <dgm:prSet/>
      <dgm:spPr/>
      <dgm:t>
        <a:bodyPr/>
        <a:lstStyle/>
        <a:p>
          <a:r>
            <a:rPr lang="en-IN"/>
            <a:t>System visualizes health state, vibration evolution, and predicted RUL</a:t>
          </a:r>
          <a:endParaRPr lang="en-US"/>
        </a:p>
      </dgm:t>
    </dgm:pt>
    <dgm:pt modelId="{398889AF-3096-4111-91D5-7FA39850D38D}" type="parTrans" cxnId="{26890539-9D52-47B9-927A-7D8008547DA8}">
      <dgm:prSet/>
      <dgm:spPr/>
      <dgm:t>
        <a:bodyPr/>
        <a:lstStyle/>
        <a:p>
          <a:endParaRPr lang="en-US"/>
        </a:p>
      </dgm:t>
    </dgm:pt>
    <dgm:pt modelId="{B041E10F-6BC1-43A6-B735-1741B2A277FF}" type="sibTrans" cxnId="{26890539-9D52-47B9-927A-7D8008547DA8}">
      <dgm:prSet/>
      <dgm:spPr/>
      <dgm:t>
        <a:bodyPr/>
        <a:lstStyle/>
        <a:p>
          <a:endParaRPr lang="en-US"/>
        </a:p>
      </dgm:t>
    </dgm:pt>
    <dgm:pt modelId="{2DB6A6B8-6BC2-401F-8C2C-CCC331006D7F}">
      <dgm:prSet/>
      <dgm:spPr/>
      <dgm:t>
        <a:bodyPr/>
        <a:lstStyle/>
        <a:p>
          <a:r>
            <a:rPr lang="en-IN"/>
            <a:t>This loop repeats continuously, creating a true real-time digital twin.</a:t>
          </a:r>
          <a:endParaRPr lang="en-US"/>
        </a:p>
      </dgm:t>
    </dgm:pt>
    <dgm:pt modelId="{7B1F49EC-1988-49F1-9F9E-53FAB2096B17}" type="parTrans" cxnId="{68CE2B4B-A862-43F2-ACE7-10C69152F6D3}">
      <dgm:prSet/>
      <dgm:spPr/>
      <dgm:t>
        <a:bodyPr/>
        <a:lstStyle/>
        <a:p>
          <a:endParaRPr lang="en-US"/>
        </a:p>
      </dgm:t>
    </dgm:pt>
    <dgm:pt modelId="{246A84E4-59CB-4974-966F-CF40A932FFC9}" type="sibTrans" cxnId="{68CE2B4B-A862-43F2-ACE7-10C69152F6D3}">
      <dgm:prSet/>
      <dgm:spPr/>
      <dgm:t>
        <a:bodyPr/>
        <a:lstStyle/>
        <a:p>
          <a:endParaRPr lang="en-US"/>
        </a:p>
      </dgm:t>
    </dgm:pt>
    <dgm:pt modelId="{031562A8-6055-4C58-BBA5-1138E07E0CDA}" type="pres">
      <dgm:prSet presAssocID="{7EC2B655-944D-4598-A400-5D61C4D2BF5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DB67B7-9889-4344-88B5-30EA39496437}" type="pres">
      <dgm:prSet presAssocID="{24762D62-005D-4047-ADBB-DFAE1AB1ED44}" presName="root" presStyleCnt="0"/>
      <dgm:spPr/>
    </dgm:pt>
    <dgm:pt modelId="{C901F063-43D6-4AAA-86AC-DB28DE43E6F0}" type="pres">
      <dgm:prSet presAssocID="{24762D62-005D-4047-ADBB-DFAE1AB1ED44}" presName="rootComposite" presStyleCnt="0"/>
      <dgm:spPr/>
    </dgm:pt>
    <dgm:pt modelId="{EC631F0E-9C41-4FE2-8031-8AC5FF4565BA}" type="pres">
      <dgm:prSet presAssocID="{24762D62-005D-4047-ADBB-DFAE1AB1ED44}" presName="rootText" presStyleLbl="node1" presStyleIdx="0" presStyleCnt="7"/>
      <dgm:spPr/>
    </dgm:pt>
    <dgm:pt modelId="{624AB093-679E-4406-9228-83B07EB32E2B}" type="pres">
      <dgm:prSet presAssocID="{24762D62-005D-4047-ADBB-DFAE1AB1ED44}" presName="rootConnector" presStyleLbl="node1" presStyleIdx="0" presStyleCnt="7"/>
      <dgm:spPr/>
    </dgm:pt>
    <dgm:pt modelId="{DA30A2C8-B6BB-4B7B-AA1A-4CCC1D2A2173}" type="pres">
      <dgm:prSet presAssocID="{24762D62-005D-4047-ADBB-DFAE1AB1ED44}" presName="childShape" presStyleCnt="0"/>
      <dgm:spPr/>
    </dgm:pt>
    <dgm:pt modelId="{27049493-AE4E-45C3-96AC-9BE800247517}" type="pres">
      <dgm:prSet presAssocID="{32DA548B-F94D-4252-B454-30E7932EECCF}" presName="root" presStyleCnt="0"/>
      <dgm:spPr/>
    </dgm:pt>
    <dgm:pt modelId="{C81C3DD4-099C-422D-A6B7-ABA1AA36B226}" type="pres">
      <dgm:prSet presAssocID="{32DA548B-F94D-4252-B454-30E7932EECCF}" presName="rootComposite" presStyleCnt="0"/>
      <dgm:spPr/>
    </dgm:pt>
    <dgm:pt modelId="{07B05F8C-C6DA-4664-96AE-69C50ADEB71A}" type="pres">
      <dgm:prSet presAssocID="{32DA548B-F94D-4252-B454-30E7932EECCF}" presName="rootText" presStyleLbl="node1" presStyleIdx="1" presStyleCnt="7"/>
      <dgm:spPr/>
    </dgm:pt>
    <dgm:pt modelId="{C9813B5D-E26D-4B63-980C-D4D0CA040279}" type="pres">
      <dgm:prSet presAssocID="{32DA548B-F94D-4252-B454-30E7932EECCF}" presName="rootConnector" presStyleLbl="node1" presStyleIdx="1" presStyleCnt="7"/>
      <dgm:spPr/>
    </dgm:pt>
    <dgm:pt modelId="{E7435369-AECC-4C6E-A984-975E18B02401}" type="pres">
      <dgm:prSet presAssocID="{32DA548B-F94D-4252-B454-30E7932EECCF}" presName="childShape" presStyleCnt="0"/>
      <dgm:spPr/>
    </dgm:pt>
    <dgm:pt modelId="{2B2AB853-45E4-44A1-8F83-8C2A64CC0CFC}" type="pres">
      <dgm:prSet presAssocID="{062BC38C-42B6-41DF-8083-1C61BEE090D1}" presName="Name13" presStyleLbl="parChTrans1D2" presStyleIdx="0" presStyleCnt="13"/>
      <dgm:spPr/>
    </dgm:pt>
    <dgm:pt modelId="{275A0CD8-A2D7-4D62-928F-A3C6BD84B85C}" type="pres">
      <dgm:prSet presAssocID="{1E846363-C7F9-4E22-A1C5-33394B8593C1}" presName="childText" presStyleLbl="bgAcc1" presStyleIdx="0" presStyleCnt="13">
        <dgm:presLayoutVars>
          <dgm:bulletEnabled val="1"/>
        </dgm:presLayoutVars>
      </dgm:prSet>
      <dgm:spPr/>
    </dgm:pt>
    <dgm:pt modelId="{6D3D0CF4-7718-4AA6-B5FE-52B9C0CDD1D0}" type="pres">
      <dgm:prSet presAssocID="{27E8E867-B6D0-401B-ACBC-B7E250752A89}" presName="Name13" presStyleLbl="parChTrans1D2" presStyleIdx="1" presStyleCnt="13"/>
      <dgm:spPr/>
    </dgm:pt>
    <dgm:pt modelId="{EC2482B9-963B-4754-876B-C5CE62074958}" type="pres">
      <dgm:prSet presAssocID="{59A0F80B-0946-4112-9C15-3C983ABFD739}" presName="childText" presStyleLbl="bgAcc1" presStyleIdx="1" presStyleCnt="13">
        <dgm:presLayoutVars>
          <dgm:bulletEnabled val="1"/>
        </dgm:presLayoutVars>
      </dgm:prSet>
      <dgm:spPr/>
    </dgm:pt>
    <dgm:pt modelId="{95A653AC-5D05-48FC-9756-E50825A559CB}" type="pres">
      <dgm:prSet presAssocID="{49706512-6CBE-44E6-8A67-9A4CD5BFC46C}" presName="Name13" presStyleLbl="parChTrans1D2" presStyleIdx="2" presStyleCnt="13"/>
      <dgm:spPr/>
    </dgm:pt>
    <dgm:pt modelId="{43DA13F1-98F1-4FA9-B2BA-82C70DEFC14E}" type="pres">
      <dgm:prSet presAssocID="{C1F31638-8BCF-44F9-BA97-65AD094A7F8E}" presName="childText" presStyleLbl="bgAcc1" presStyleIdx="2" presStyleCnt="13">
        <dgm:presLayoutVars>
          <dgm:bulletEnabled val="1"/>
        </dgm:presLayoutVars>
      </dgm:prSet>
      <dgm:spPr/>
    </dgm:pt>
    <dgm:pt modelId="{4168684D-2252-4131-A360-92177ED783A1}" type="pres">
      <dgm:prSet presAssocID="{EC9DA939-A383-4129-BE6E-B1A12FCE3E8A}" presName="Name13" presStyleLbl="parChTrans1D2" presStyleIdx="3" presStyleCnt="13"/>
      <dgm:spPr/>
    </dgm:pt>
    <dgm:pt modelId="{D582CC34-CE24-4C6F-8E28-4104F3AD3A2D}" type="pres">
      <dgm:prSet presAssocID="{C49AAF77-EC5B-45BA-9526-94A6EC8B424A}" presName="childText" presStyleLbl="bgAcc1" presStyleIdx="3" presStyleCnt="13">
        <dgm:presLayoutVars>
          <dgm:bulletEnabled val="1"/>
        </dgm:presLayoutVars>
      </dgm:prSet>
      <dgm:spPr/>
    </dgm:pt>
    <dgm:pt modelId="{3934CC66-0F4D-41ED-9A32-559F9DF8439A}" type="pres">
      <dgm:prSet presAssocID="{33EB3FAA-0DFA-46A2-B275-A8BFA16DF7F9}" presName="root" presStyleCnt="0"/>
      <dgm:spPr/>
    </dgm:pt>
    <dgm:pt modelId="{8ACCA8B9-8816-4630-9F64-E0E5608C8990}" type="pres">
      <dgm:prSet presAssocID="{33EB3FAA-0DFA-46A2-B275-A8BFA16DF7F9}" presName="rootComposite" presStyleCnt="0"/>
      <dgm:spPr/>
    </dgm:pt>
    <dgm:pt modelId="{54036301-9DD9-4A0F-8BD3-916179EED537}" type="pres">
      <dgm:prSet presAssocID="{33EB3FAA-0DFA-46A2-B275-A8BFA16DF7F9}" presName="rootText" presStyleLbl="node1" presStyleIdx="2" presStyleCnt="7"/>
      <dgm:spPr/>
    </dgm:pt>
    <dgm:pt modelId="{46409C1D-B387-4CE2-8A90-2BC6842864EB}" type="pres">
      <dgm:prSet presAssocID="{33EB3FAA-0DFA-46A2-B275-A8BFA16DF7F9}" presName="rootConnector" presStyleLbl="node1" presStyleIdx="2" presStyleCnt="7"/>
      <dgm:spPr/>
    </dgm:pt>
    <dgm:pt modelId="{BB104E55-7E3C-4AFB-834A-973E3B0135C3}" type="pres">
      <dgm:prSet presAssocID="{33EB3FAA-0DFA-46A2-B275-A8BFA16DF7F9}" presName="childShape" presStyleCnt="0"/>
      <dgm:spPr/>
    </dgm:pt>
    <dgm:pt modelId="{477A5D37-83C5-44F5-8CA3-9A4D6453734C}" type="pres">
      <dgm:prSet presAssocID="{490A1F44-ACD5-4568-B61E-2E8CA542EB0B}" presName="Name13" presStyleLbl="parChTrans1D2" presStyleIdx="4" presStyleCnt="13"/>
      <dgm:spPr/>
    </dgm:pt>
    <dgm:pt modelId="{08371C3B-8433-41E5-9CCA-D858F4561B2D}" type="pres">
      <dgm:prSet presAssocID="{F410B756-4C7F-4D26-A9BD-0E6DD57413AE}" presName="childText" presStyleLbl="bgAcc1" presStyleIdx="4" presStyleCnt="13">
        <dgm:presLayoutVars>
          <dgm:bulletEnabled val="1"/>
        </dgm:presLayoutVars>
      </dgm:prSet>
      <dgm:spPr/>
    </dgm:pt>
    <dgm:pt modelId="{CB7CBEF1-3F63-49B4-A801-954938D8846A}" type="pres">
      <dgm:prSet presAssocID="{4DC5D02E-53C0-469B-92C7-CEE17B304BDD}" presName="Name13" presStyleLbl="parChTrans1D2" presStyleIdx="5" presStyleCnt="13"/>
      <dgm:spPr/>
    </dgm:pt>
    <dgm:pt modelId="{BB6D6168-9CC2-4A41-B23F-442091B12278}" type="pres">
      <dgm:prSet presAssocID="{256E36D5-ED8C-4EF6-839E-7F057648317A}" presName="childText" presStyleLbl="bgAcc1" presStyleIdx="5" presStyleCnt="13">
        <dgm:presLayoutVars>
          <dgm:bulletEnabled val="1"/>
        </dgm:presLayoutVars>
      </dgm:prSet>
      <dgm:spPr/>
    </dgm:pt>
    <dgm:pt modelId="{36B82189-CD60-4297-883A-9A5B54BB6C30}" type="pres">
      <dgm:prSet presAssocID="{32932EAA-1DDE-4A47-9C50-63A88E5199A2}" presName="Name13" presStyleLbl="parChTrans1D2" presStyleIdx="6" presStyleCnt="13"/>
      <dgm:spPr/>
    </dgm:pt>
    <dgm:pt modelId="{81F5CCB0-58D4-4945-A81A-65DB4C55CA8B}" type="pres">
      <dgm:prSet presAssocID="{58DF6C26-47ED-448F-B1D4-094232105249}" presName="childText" presStyleLbl="bgAcc1" presStyleIdx="6" presStyleCnt="13">
        <dgm:presLayoutVars>
          <dgm:bulletEnabled val="1"/>
        </dgm:presLayoutVars>
      </dgm:prSet>
      <dgm:spPr/>
    </dgm:pt>
    <dgm:pt modelId="{01AF50B6-02DE-4DF9-9D2A-A562021FEFFA}" type="pres">
      <dgm:prSet presAssocID="{38727278-5AA4-4B28-B5B2-FC26A5BCDFAC}" presName="root" presStyleCnt="0"/>
      <dgm:spPr/>
    </dgm:pt>
    <dgm:pt modelId="{84BBA86E-8AF6-4137-919E-EF768A215C12}" type="pres">
      <dgm:prSet presAssocID="{38727278-5AA4-4B28-B5B2-FC26A5BCDFAC}" presName="rootComposite" presStyleCnt="0"/>
      <dgm:spPr/>
    </dgm:pt>
    <dgm:pt modelId="{B2B04C9E-5CC8-4D07-8C53-BE0AC4F2FE90}" type="pres">
      <dgm:prSet presAssocID="{38727278-5AA4-4B28-B5B2-FC26A5BCDFAC}" presName="rootText" presStyleLbl="node1" presStyleIdx="3" presStyleCnt="7"/>
      <dgm:spPr/>
    </dgm:pt>
    <dgm:pt modelId="{963986C9-6B5E-41C1-82AA-C2AD70A0F88E}" type="pres">
      <dgm:prSet presAssocID="{38727278-5AA4-4B28-B5B2-FC26A5BCDFAC}" presName="rootConnector" presStyleLbl="node1" presStyleIdx="3" presStyleCnt="7"/>
      <dgm:spPr/>
    </dgm:pt>
    <dgm:pt modelId="{41CEEC27-3D01-4388-8DE7-A0AAB1ECC145}" type="pres">
      <dgm:prSet presAssocID="{38727278-5AA4-4B28-B5B2-FC26A5BCDFAC}" presName="childShape" presStyleCnt="0"/>
      <dgm:spPr/>
    </dgm:pt>
    <dgm:pt modelId="{4B11F813-9E48-4F36-8502-882D2361A379}" type="pres">
      <dgm:prSet presAssocID="{5BC3A07A-ECDE-4FD0-854A-634A3B60C2F3}" presName="Name13" presStyleLbl="parChTrans1D2" presStyleIdx="7" presStyleCnt="13"/>
      <dgm:spPr/>
    </dgm:pt>
    <dgm:pt modelId="{EE33BD93-6801-4CD5-881D-F5555D331C4D}" type="pres">
      <dgm:prSet presAssocID="{204DB281-A810-4100-937A-ACEF28364FC1}" presName="childText" presStyleLbl="bgAcc1" presStyleIdx="7" presStyleCnt="13">
        <dgm:presLayoutVars>
          <dgm:bulletEnabled val="1"/>
        </dgm:presLayoutVars>
      </dgm:prSet>
      <dgm:spPr/>
    </dgm:pt>
    <dgm:pt modelId="{E9DFA9E2-0DB8-4FA0-8712-DD25ED6A3537}" type="pres">
      <dgm:prSet presAssocID="{BE67CBFF-F67C-44C1-B151-A78C57F98E52}" presName="Name13" presStyleLbl="parChTrans1D2" presStyleIdx="8" presStyleCnt="13"/>
      <dgm:spPr/>
    </dgm:pt>
    <dgm:pt modelId="{628E55D0-99AE-49B9-8195-A4069CF6274D}" type="pres">
      <dgm:prSet presAssocID="{F0941E61-FD0C-47BC-A42B-CA032AC1A302}" presName="childText" presStyleLbl="bgAcc1" presStyleIdx="8" presStyleCnt="13">
        <dgm:presLayoutVars>
          <dgm:bulletEnabled val="1"/>
        </dgm:presLayoutVars>
      </dgm:prSet>
      <dgm:spPr/>
    </dgm:pt>
    <dgm:pt modelId="{3497F8E2-2711-4125-B95E-86596779CD57}" type="pres">
      <dgm:prSet presAssocID="{A2DDC99E-781D-43CC-A796-C796EFAB3705}" presName="root" presStyleCnt="0"/>
      <dgm:spPr/>
    </dgm:pt>
    <dgm:pt modelId="{895A0DAA-B12D-4C74-BD80-4E4B9F52B018}" type="pres">
      <dgm:prSet presAssocID="{A2DDC99E-781D-43CC-A796-C796EFAB3705}" presName="rootComposite" presStyleCnt="0"/>
      <dgm:spPr/>
    </dgm:pt>
    <dgm:pt modelId="{014CED8F-064D-4046-8D72-1279C3DFC1FD}" type="pres">
      <dgm:prSet presAssocID="{A2DDC99E-781D-43CC-A796-C796EFAB3705}" presName="rootText" presStyleLbl="node1" presStyleIdx="4" presStyleCnt="7"/>
      <dgm:spPr/>
    </dgm:pt>
    <dgm:pt modelId="{29A9B0C1-4618-4B42-B8D3-25D4E67E9685}" type="pres">
      <dgm:prSet presAssocID="{A2DDC99E-781D-43CC-A796-C796EFAB3705}" presName="rootConnector" presStyleLbl="node1" presStyleIdx="4" presStyleCnt="7"/>
      <dgm:spPr/>
    </dgm:pt>
    <dgm:pt modelId="{357869DF-7998-4849-9830-9F9DC8D0BA75}" type="pres">
      <dgm:prSet presAssocID="{A2DDC99E-781D-43CC-A796-C796EFAB3705}" presName="childShape" presStyleCnt="0"/>
      <dgm:spPr/>
    </dgm:pt>
    <dgm:pt modelId="{BD90C6F0-E042-4EA8-BFBB-877F7EBCB9BF}" type="pres">
      <dgm:prSet presAssocID="{40227323-DD97-4AC4-83C2-67C421D39F93}" presName="Name13" presStyleLbl="parChTrans1D2" presStyleIdx="9" presStyleCnt="13"/>
      <dgm:spPr/>
    </dgm:pt>
    <dgm:pt modelId="{7D8D825D-F945-4ACC-8BBF-34D2273B24DD}" type="pres">
      <dgm:prSet presAssocID="{97F46941-6DEB-4FA5-91E1-054416E9979E}" presName="childText" presStyleLbl="bgAcc1" presStyleIdx="9" presStyleCnt="13">
        <dgm:presLayoutVars>
          <dgm:bulletEnabled val="1"/>
        </dgm:presLayoutVars>
      </dgm:prSet>
      <dgm:spPr/>
    </dgm:pt>
    <dgm:pt modelId="{BC5B1A1D-1832-4FC8-B46A-275400C95CE6}" type="pres">
      <dgm:prSet presAssocID="{33A1D16D-6664-47C7-8021-F8F38FB6D4C0}" presName="Name13" presStyleLbl="parChTrans1D2" presStyleIdx="10" presStyleCnt="13"/>
      <dgm:spPr/>
    </dgm:pt>
    <dgm:pt modelId="{F442EC14-8D89-4DE4-A8B3-CC8B788A13F9}" type="pres">
      <dgm:prSet presAssocID="{A53B9222-682C-4349-ADA4-B0E3920964CA}" presName="childText" presStyleLbl="bgAcc1" presStyleIdx="10" presStyleCnt="13">
        <dgm:presLayoutVars>
          <dgm:bulletEnabled val="1"/>
        </dgm:presLayoutVars>
      </dgm:prSet>
      <dgm:spPr/>
    </dgm:pt>
    <dgm:pt modelId="{9DB56437-4DDC-4E3D-805C-8EE854585BFC}" type="pres">
      <dgm:prSet presAssocID="{CF218B86-F7D4-4026-90A4-DEB49B28406A}" presName="Name13" presStyleLbl="parChTrans1D2" presStyleIdx="11" presStyleCnt="13"/>
      <dgm:spPr/>
    </dgm:pt>
    <dgm:pt modelId="{A1BD2AEF-FF57-4795-8B4D-3383DD03950A}" type="pres">
      <dgm:prSet presAssocID="{DCAF92EB-69C9-48B8-9B96-69887640A6CD}" presName="childText" presStyleLbl="bgAcc1" presStyleIdx="11" presStyleCnt="13">
        <dgm:presLayoutVars>
          <dgm:bulletEnabled val="1"/>
        </dgm:presLayoutVars>
      </dgm:prSet>
      <dgm:spPr/>
    </dgm:pt>
    <dgm:pt modelId="{1F1B4CA0-A6D3-425D-AB94-78EEE0A340B1}" type="pres">
      <dgm:prSet presAssocID="{E8A88A83-B4A1-46B2-8C7B-C5D2296FA1E5}" presName="root" presStyleCnt="0"/>
      <dgm:spPr/>
    </dgm:pt>
    <dgm:pt modelId="{9D62FF44-074D-439F-B4B3-50F66C22632C}" type="pres">
      <dgm:prSet presAssocID="{E8A88A83-B4A1-46B2-8C7B-C5D2296FA1E5}" presName="rootComposite" presStyleCnt="0"/>
      <dgm:spPr/>
    </dgm:pt>
    <dgm:pt modelId="{18C82944-BCAE-4D0A-AA1C-8AE1CE9E025F}" type="pres">
      <dgm:prSet presAssocID="{E8A88A83-B4A1-46B2-8C7B-C5D2296FA1E5}" presName="rootText" presStyleLbl="node1" presStyleIdx="5" presStyleCnt="7"/>
      <dgm:spPr/>
    </dgm:pt>
    <dgm:pt modelId="{74F71DC4-B96A-4913-901B-447611917EA6}" type="pres">
      <dgm:prSet presAssocID="{E8A88A83-B4A1-46B2-8C7B-C5D2296FA1E5}" presName="rootConnector" presStyleLbl="node1" presStyleIdx="5" presStyleCnt="7"/>
      <dgm:spPr/>
    </dgm:pt>
    <dgm:pt modelId="{7C331241-6EE7-4814-9DE6-1BD4094B481A}" type="pres">
      <dgm:prSet presAssocID="{E8A88A83-B4A1-46B2-8C7B-C5D2296FA1E5}" presName="childShape" presStyleCnt="0"/>
      <dgm:spPr/>
    </dgm:pt>
    <dgm:pt modelId="{BB536D06-B072-4806-91DC-F8771121817D}" type="pres">
      <dgm:prSet presAssocID="{398889AF-3096-4111-91D5-7FA39850D38D}" presName="Name13" presStyleLbl="parChTrans1D2" presStyleIdx="12" presStyleCnt="13"/>
      <dgm:spPr/>
    </dgm:pt>
    <dgm:pt modelId="{8F005758-AFBD-4A32-A7D6-B8CB1ADB70EB}" type="pres">
      <dgm:prSet presAssocID="{B8E3B459-280C-4B9D-AB26-70C594F1B9D0}" presName="childText" presStyleLbl="bgAcc1" presStyleIdx="12" presStyleCnt="13">
        <dgm:presLayoutVars>
          <dgm:bulletEnabled val="1"/>
        </dgm:presLayoutVars>
      </dgm:prSet>
      <dgm:spPr/>
    </dgm:pt>
    <dgm:pt modelId="{F8D15FF9-2508-4D52-8B42-52217949543B}" type="pres">
      <dgm:prSet presAssocID="{2DB6A6B8-6BC2-401F-8C2C-CCC331006D7F}" presName="root" presStyleCnt="0"/>
      <dgm:spPr/>
    </dgm:pt>
    <dgm:pt modelId="{7CB8B136-06A1-4B5E-9F5E-8011758DC464}" type="pres">
      <dgm:prSet presAssocID="{2DB6A6B8-6BC2-401F-8C2C-CCC331006D7F}" presName="rootComposite" presStyleCnt="0"/>
      <dgm:spPr/>
    </dgm:pt>
    <dgm:pt modelId="{566A1C03-5075-4E2A-914A-FE4AA5D961F8}" type="pres">
      <dgm:prSet presAssocID="{2DB6A6B8-6BC2-401F-8C2C-CCC331006D7F}" presName="rootText" presStyleLbl="node1" presStyleIdx="6" presStyleCnt="7"/>
      <dgm:spPr/>
    </dgm:pt>
    <dgm:pt modelId="{18C8C0BF-FACB-4A21-9C8C-E7B56C293461}" type="pres">
      <dgm:prSet presAssocID="{2DB6A6B8-6BC2-401F-8C2C-CCC331006D7F}" presName="rootConnector" presStyleLbl="node1" presStyleIdx="6" presStyleCnt="7"/>
      <dgm:spPr/>
    </dgm:pt>
    <dgm:pt modelId="{FCC9D124-F697-4FEA-AD79-7BE0726F41AA}" type="pres">
      <dgm:prSet presAssocID="{2DB6A6B8-6BC2-401F-8C2C-CCC331006D7F}" presName="childShape" presStyleCnt="0"/>
      <dgm:spPr/>
    </dgm:pt>
  </dgm:ptLst>
  <dgm:cxnLst>
    <dgm:cxn modelId="{235AE704-A064-4FFA-B43D-C9917121A929}" type="presOf" srcId="{204DB281-A810-4100-937A-ACEF28364FC1}" destId="{EE33BD93-6801-4CD5-881D-F5555D331C4D}" srcOrd="0" destOrd="0" presId="urn:microsoft.com/office/officeart/2005/8/layout/hierarchy3"/>
    <dgm:cxn modelId="{8FA13B0B-D147-4AE6-921B-D411AB151A6C}" type="presOf" srcId="{38727278-5AA4-4B28-B5B2-FC26A5BCDFAC}" destId="{963986C9-6B5E-41C1-82AA-C2AD70A0F88E}" srcOrd="1" destOrd="0" presId="urn:microsoft.com/office/officeart/2005/8/layout/hierarchy3"/>
    <dgm:cxn modelId="{148E3E0C-5FA2-4AE5-A78A-4261693002AB}" type="presOf" srcId="{256E36D5-ED8C-4EF6-839E-7F057648317A}" destId="{BB6D6168-9CC2-4A41-B23F-442091B12278}" srcOrd="0" destOrd="0" presId="urn:microsoft.com/office/officeart/2005/8/layout/hierarchy3"/>
    <dgm:cxn modelId="{FE21DE0D-91F0-46BC-A4A8-CD259ED4C375}" srcId="{204DB281-A810-4100-937A-ACEF28364FC1}" destId="{E59A5997-7C2D-4702-8A90-D3E70E824D75}" srcOrd="0" destOrd="0" parTransId="{68A9B5C3-46BE-4729-8F32-B1F8F03F67A2}" sibTransId="{B7E2C2C3-8643-4B46-9322-A8135F8B2F5B}"/>
    <dgm:cxn modelId="{F1B6EF0E-45DE-4920-B276-6AC553D25C07}" srcId="{7EC2B655-944D-4598-A400-5D61C4D2BF5D}" destId="{33EB3FAA-0DFA-46A2-B275-A8BFA16DF7F9}" srcOrd="2" destOrd="0" parTransId="{21392A34-9158-492C-A4E3-D34426A98076}" sibTransId="{3DCDA03D-D0F1-4AA1-985F-015D73FFE7DB}"/>
    <dgm:cxn modelId="{A4E3C511-5F1F-45C6-9E54-B99BA0337441}" type="presOf" srcId="{38727278-5AA4-4B28-B5B2-FC26A5BCDFAC}" destId="{B2B04C9E-5CC8-4D07-8C53-BE0AC4F2FE90}" srcOrd="0" destOrd="0" presId="urn:microsoft.com/office/officeart/2005/8/layout/hierarchy3"/>
    <dgm:cxn modelId="{16435D19-BEBA-4489-9317-E602A61770E6}" srcId="{A2DDC99E-781D-43CC-A796-C796EFAB3705}" destId="{97F46941-6DEB-4FA5-91E1-054416E9979E}" srcOrd="0" destOrd="0" parTransId="{40227323-DD97-4AC4-83C2-67C421D39F93}" sibTransId="{2ADDC80A-082A-42F6-9344-CBCA6157E277}"/>
    <dgm:cxn modelId="{47AEB319-53AE-4196-BB3B-50738D15A1E0}" type="presOf" srcId="{EC9DA939-A383-4129-BE6E-B1A12FCE3E8A}" destId="{4168684D-2252-4131-A360-92177ED783A1}" srcOrd="0" destOrd="0" presId="urn:microsoft.com/office/officeart/2005/8/layout/hierarchy3"/>
    <dgm:cxn modelId="{70289D1D-F0A7-42B3-9D8D-072FF39119DE}" type="presOf" srcId="{37F0D069-FD53-4F35-9CF0-FAC890867F1C}" destId="{EC2482B9-963B-4754-876B-C5CE62074958}" srcOrd="0" destOrd="1" presId="urn:microsoft.com/office/officeart/2005/8/layout/hierarchy3"/>
    <dgm:cxn modelId="{77829120-2DA8-4F8C-89E5-B7DF71F50EE9}" srcId="{32DA548B-F94D-4252-B454-30E7932EECCF}" destId="{C49AAF77-EC5B-45BA-9526-94A6EC8B424A}" srcOrd="3" destOrd="0" parTransId="{EC9DA939-A383-4129-BE6E-B1A12FCE3E8A}" sibTransId="{6942B536-360C-45E5-ABD1-27BFF874692D}"/>
    <dgm:cxn modelId="{0A804526-419C-457F-AD30-B484E61695B4}" type="presOf" srcId="{32932EAA-1DDE-4A47-9C50-63A88E5199A2}" destId="{36B82189-CD60-4297-883A-9A5B54BB6C30}" srcOrd="0" destOrd="0" presId="urn:microsoft.com/office/officeart/2005/8/layout/hierarchy3"/>
    <dgm:cxn modelId="{B0709626-D89B-470A-8B57-668235D47D59}" type="presOf" srcId="{A53B9222-682C-4349-ADA4-B0E3920964CA}" destId="{F442EC14-8D89-4DE4-A8B3-CC8B788A13F9}" srcOrd="0" destOrd="0" presId="urn:microsoft.com/office/officeart/2005/8/layout/hierarchy3"/>
    <dgm:cxn modelId="{DDB0A330-3EB7-4BB3-A803-77C407A0CF76}" type="presOf" srcId="{59A0F80B-0946-4112-9C15-3C983ABFD739}" destId="{EC2482B9-963B-4754-876B-C5CE62074958}" srcOrd="0" destOrd="0" presId="urn:microsoft.com/office/officeart/2005/8/layout/hierarchy3"/>
    <dgm:cxn modelId="{FF8FCF30-59FC-48AD-A46D-AF195B9D1D57}" srcId="{38727278-5AA4-4B28-B5B2-FC26A5BCDFAC}" destId="{204DB281-A810-4100-937A-ACEF28364FC1}" srcOrd="0" destOrd="0" parTransId="{5BC3A07A-ECDE-4FD0-854A-634A3B60C2F3}" sibTransId="{4D2A7375-A448-4A68-B0CA-7FA16AF06064}"/>
    <dgm:cxn modelId="{E22FDC30-9A82-45FD-A9A9-4FBF801B0B37}" type="presOf" srcId="{F410B756-4C7F-4D26-A9BD-0E6DD57413AE}" destId="{08371C3B-8433-41E5-9CCA-D858F4561B2D}" srcOrd="0" destOrd="0" presId="urn:microsoft.com/office/officeart/2005/8/layout/hierarchy3"/>
    <dgm:cxn modelId="{A4E12436-D1A4-4941-981B-AD21C0709FB3}" type="presOf" srcId="{33EB3FAA-0DFA-46A2-B275-A8BFA16DF7F9}" destId="{54036301-9DD9-4A0F-8BD3-916179EED537}" srcOrd="0" destOrd="0" presId="urn:microsoft.com/office/officeart/2005/8/layout/hierarchy3"/>
    <dgm:cxn modelId="{26890539-9D52-47B9-927A-7D8008547DA8}" srcId="{E8A88A83-B4A1-46B2-8C7B-C5D2296FA1E5}" destId="{B8E3B459-280C-4B9D-AB26-70C594F1B9D0}" srcOrd="0" destOrd="0" parTransId="{398889AF-3096-4111-91D5-7FA39850D38D}" sibTransId="{B041E10F-6BC1-43A6-B735-1741B2A277FF}"/>
    <dgm:cxn modelId="{B1E8AF5B-C838-4813-96B1-63EE508352E2}" type="presOf" srcId="{32DA548B-F94D-4252-B454-30E7932EECCF}" destId="{C9813B5D-E26D-4B63-980C-D4D0CA040279}" srcOrd="1" destOrd="0" presId="urn:microsoft.com/office/officeart/2005/8/layout/hierarchy3"/>
    <dgm:cxn modelId="{9E79565E-B1EC-4956-922B-DE948E3C9DF5}" srcId="{7EC2B655-944D-4598-A400-5D61C4D2BF5D}" destId="{E8A88A83-B4A1-46B2-8C7B-C5D2296FA1E5}" srcOrd="5" destOrd="0" parTransId="{7FAB85E3-272B-43B2-89F4-3C7E6FF674A3}" sibTransId="{A1DB3267-6051-4464-B7CF-16BD91533534}"/>
    <dgm:cxn modelId="{43E41661-CD5E-416B-91BE-DA8A3839D508}" type="presOf" srcId="{062BC38C-42B6-41DF-8083-1C61BEE090D1}" destId="{2B2AB853-45E4-44A1-8F83-8C2A64CC0CFC}" srcOrd="0" destOrd="0" presId="urn:microsoft.com/office/officeart/2005/8/layout/hierarchy3"/>
    <dgm:cxn modelId="{79B70362-A195-4118-96B4-8D4B5B577743}" type="presOf" srcId="{282EB3D3-E242-42DD-850C-DAFD26644CFF}" destId="{EC2482B9-963B-4754-876B-C5CE62074958}" srcOrd="0" destOrd="3" presId="urn:microsoft.com/office/officeart/2005/8/layout/hierarchy3"/>
    <dgm:cxn modelId="{85596E44-A5B8-4425-8480-09B48E4D4707}" type="presOf" srcId="{E8A88A83-B4A1-46B2-8C7B-C5D2296FA1E5}" destId="{74F71DC4-B96A-4913-901B-447611917EA6}" srcOrd="1" destOrd="0" presId="urn:microsoft.com/office/officeart/2005/8/layout/hierarchy3"/>
    <dgm:cxn modelId="{B5FF5564-D5A2-42F1-A967-AD22E433BFB0}" type="presOf" srcId="{E8A88A83-B4A1-46B2-8C7B-C5D2296FA1E5}" destId="{18C82944-BCAE-4D0A-AA1C-8AE1CE9E025F}" srcOrd="0" destOrd="0" presId="urn:microsoft.com/office/officeart/2005/8/layout/hierarchy3"/>
    <dgm:cxn modelId="{DD063648-E4A7-4EF0-95D2-078137B62E7A}" srcId="{A2DDC99E-781D-43CC-A796-C796EFAB3705}" destId="{A53B9222-682C-4349-ADA4-B0E3920964CA}" srcOrd="1" destOrd="0" parTransId="{33A1D16D-6664-47C7-8021-F8F38FB6D4C0}" sibTransId="{8B8478FB-C0F7-4799-8FBC-AED0B26D9088}"/>
    <dgm:cxn modelId="{B60E636A-C3FF-4535-B7B6-D37A7B584302}" srcId="{33EB3FAA-0DFA-46A2-B275-A8BFA16DF7F9}" destId="{F410B756-4C7F-4D26-A9BD-0E6DD57413AE}" srcOrd="0" destOrd="0" parTransId="{490A1F44-ACD5-4568-B61E-2E8CA542EB0B}" sibTransId="{69B82F5E-17A8-4A56-AAED-440616CCA9D0}"/>
    <dgm:cxn modelId="{14EC4E6A-D202-490F-9EED-E8C83C3CC294}" type="presOf" srcId="{97F46941-6DEB-4FA5-91E1-054416E9979E}" destId="{7D8D825D-F945-4ACC-8BBF-34D2273B24DD}" srcOrd="0" destOrd="0" presId="urn:microsoft.com/office/officeart/2005/8/layout/hierarchy3"/>
    <dgm:cxn modelId="{68CE2B4B-A862-43F2-ACE7-10C69152F6D3}" srcId="{7EC2B655-944D-4598-A400-5D61C4D2BF5D}" destId="{2DB6A6B8-6BC2-401F-8C2C-CCC331006D7F}" srcOrd="6" destOrd="0" parTransId="{7B1F49EC-1988-49F1-9F9E-53FAB2096B17}" sibTransId="{246A84E4-59CB-4974-966F-CF40A932FFC9}"/>
    <dgm:cxn modelId="{689C2A6D-5A32-4EA1-8A73-27B50417AA3F}" type="presOf" srcId="{05C7EEB8-486A-42AE-A582-E17D0605A9F5}" destId="{EC2482B9-963B-4754-876B-C5CE62074958}" srcOrd="0" destOrd="2" presId="urn:microsoft.com/office/officeart/2005/8/layout/hierarchy3"/>
    <dgm:cxn modelId="{19CEF36D-BCB0-44AE-8D81-55A5DFAA518B}" type="presOf" srcId="{F0941E61-FD0C-47BC-A42B-CA032AC1A302}" destId="{628E55D0-99AE-49B9-8195-A4069CF6274D}" srcOrd="0" destOrd="0" presId="urn:microsoft.com/office/officeart/2005/8/layout/hierarchy3"/>
    <dgm:cxn modelId="{011D2E4F-02EC-4941-8A96-AE514E4E6971}" type="presOf" srcId="{33A1D16D-6664-47C7-8021-F8F38FB6D4C0}" destId="{BC5B1A1D-1832-4FC8-B46A-275400C95CE6}" srcOrd="0" destOrd="0" presId="urn:microsoft.com/office/officeart/2005/8/layout/hierarchy3"/>
    <dgm:cxn modelId="{9B001570-9049-462A-AD33-22B4EAED15E4}" type="presOf" srcId="{DCAF92EB-69C9-48B8-9B96-69887640A6CD}" destId="{A1BD2AEF-FF57-4795-8B4D-3383DD03950A}" srcOrd="0" destOrd="0" presId="urn:microsoft.com/office/officeart/2005/8/layout/hierarchy3"/>
    <dgm:cxn modelId="{EE1D4253-21D5-4827-B21F-9527D570E563}" srcId="{59A0F80B-0946-4112-9C15-3C983ABFD739}" destId="{05C7EEB8-486A-42AE-A582-E17D0605A9F5}" srcOrd="1" destOrd="0" parTransId="{F6CEB8C0-14AB-4B51-AED1-50DD6D712344}" sibTransId="{96BA19DA-C0B4-4648-A02D-ADE68FD35C38}"/>
    <dgm:cxn modelId="{FDE45853-24AB-450E-9E17-ED9E72C2E003}" type="presOf" srcId="{31567C64-CBB5-48BF-8828-AD5A3922A365}" destId="{EE33BD93-6801-4CD5-881D-F5555D331C4D}" srcOrd="0" destOrd="2" presId="urn:microsoft.com/office/officeart/2005/8/layout/hierarchy3"/>
    <dgm:cxn modelId="{E1AB8753-6548-47F4-8DB4-B3F0835682A0}" type="presOf" srcId="{49706512-6CBE-44E6-8A67-9A4CD5BFC46C}" destId="{95A653AC-5D05-48FC-9756-E50825A559CB}" srcOrd="0" destOrd="0" presId="urn:microsoft.com/office/officeart/2005/8/layout/hierarchy3"/>
    <dgm:cxn modelId="{C36AB25A-7020-4EEC-87BE-B00A721F1542}" srcId="{7EC2B655-944D-4598-A400-5D61C4D2BF5D}" destId="{A2DDC99E-781D-43CC-A796-C796EFAB3705}" srcOrd="4" destOrd="0" parTransId="{1AF7B2FB-9D64-44EC-8442-85717A5BA374}" sibTransId="{D71FD1D1-5D03-487F-BC65-79A64DDE1860}"/>
    <dgm:cxn modelId="{5260B57A-9932-4BF1-A96A-AC3E48F9841A}" srcId="{33EB3FAA-0DFA-46A2-B275-A8BFA16DF7F9}" destId="{58DF6C26-47ED-448F-B1D4-094232105249}" srcOrd="2" destOrd="0" parTransId="{32932EAA-1DDE-4A47-9C50-63A88E5199A2}" sibTransId="{F2CBE899-99F2-4740-B2E3-C718C6E3E932}"/>
    <dgm:cxn modelId="{BB31AC7F-D06C-43C3-A183-21E74654406E}" srcId="{38727278-5AA4-4B28-B5B2-FC26A5BCDFAC}" destId="{F0941E61-FD0C-47BC-A42B-CA032AC1A302}" srcOrd="1" destOrd="0" parTransId="{BE67CBFF-F67C-44C1-B151-A78C57F98E52}" sibTransId="{86669F38-3227-4302-A108-98DED3E06CD6}"/>
    <dgm:cxn modelId="{832DD286-FFA5-4D5E-83E3-007F738BE3DD}" type="presOf" srcId="{398889AF-3096-4111-91D5-7FA39850D38D}" destId="{BB536D06-B072-4806-91DC-F8771121817D}" srcOrd="0" destOrd="0" presId="urn:microsoft.com/office/officeart/2005/8/layout/hierarchy3"/>
    <dgm:cxn modelId="{75942787-134C-4C3B-A183-DE01E648280C}" type="presOf" srcId="{B8E3B459-280C-4B9D-AB26-70C594F1B9D0}" destId="{8F005758-AFBD-4A32-A7D6-B8CB1ADB70EB}" srcOrd="0" destOrd="0" presId="urn:microsoft.com/office/officeart/2005/8/layout/hierarchy3"/>
    <dgm:cxn modelId="{EA68BC88-B82C-4FCE-839B-BC750FA1A821}" type="presOf" srcId="{C49AAF77-EC5B-45BA-9526-94A6EC8B424A}" destId="{D582CC34-CE24-4C6F-8E28-4104F3AD3A2D}" srcOrd="0" destOrd="0" presId="urn:microsoft.com/office/officeart/2005/8/layout/hierarchy3"/>
    <dgm:cxn modelId="{38FD3D8C-03ED-411D-B108-56D2D421F251}" type="presOf" srcId="{5BC3A07A-ECDE-4FD0-854A-634A3B60C2F3}" destId="{4B11F813-9E48-4F36-8502-882D2361A379}" srcOrd="0" destOrd="0" presId="urn:microsoft.com/office/officeart/2005/8/layout/hierarchy3"/>
    <dgm:cxn modelId="{51855690-8729-4035-8B3E-D1A6A07CDEF4}" type="presOf" srcId="{BE67CBFF-F67C-44C1-B151-A78C57F98E52}" destId="{E9DFA9E2-0DB8-4FA0-8712-DD25ED6A3537}" srcOrd="0" destOrd="0" presId="urn:microsoft.com/office/officeart/2005/8/layout/hierarchy3"/>
    <dgm:cxn modelId="{AFCD2591-E89F-4306-A775-F4B22797A3F9}" srcId="{7EC2B655-944D-4598-A400-5D61C4D2BF5D}" destId="{32DA548B-F94D-4252-B454-30E7932EECCF}" srcOrd="1" destOrd="0" parTransId="{DDFBD134-56CC-46BF-BEEF-4877311B6DFA}" sibTransId="{26ECFEF4-87F9-4E9C-B69F-3DEBFF989E52}"/>
    <dgm:cxn modelId="{6D658191-29FC-4B2A-A7FB-7C0C00BD59A6}" type="presOf" srcId="{40227323-DD97-4AC4-83C2-67C421D39F93}" destId="{BD90C6F0-E042-4EA8-BFBB-877F7EBCB9BF}" srcOrd="0" destOrd="0" presId="urn:microsoft.com/office/officeart/2005/8/layout/hierarchy3"/>
    <dgm:cxn modelId="{1D3AAC94-3E19-4A71-B06E-EDB5ADA15CCE}" type="presOf" srcId="{41787E08-0597-4AA7-9E18-7EF1278F6343}" destId="{EE33BD93-6801-4CD5-881D-F5555D331C4D}" srcOrd="0" destOrd="3" presId="urn:microsoft.com/office/officeart/2005/8/layout/hierarchy3"/>
    <dgm:cxn modelId="{A8849E95-D982-4BED-8E83-2F17391C95F2}" type="presOf" srcId="{32DA548B-F94D-4252-B454-30E7932EECCF}" destId="{07B05F8C-C6DA-4664-96AE-69C50ADEB71A}" srcOrd="0" destOrd="0" presId="urn:microsoft.com/office/officeart/2005/8/layout/hierarchy3"/>
    <dgm:cxn modelId="{45D7E995-E35C-4641-88C2-7737CCBD35F8}" type="presOf" srcId="{1E846363-C7F9-4E22-A1C5-33394B8593C1}" destId="{275A0CD8-A2D7-4D62-928F-A3C6BD84B85C}" srcOrd="0" destOrd="0" presId="urn:microsoft.com/office/officeart/2005/8/layout/hierarchy3"/>
    <dgm:cxn modelId="{D6EA109E-E97A-4554-B25B-510C362D9911}" srcId="{59A0F80B-0946-4112-9C15-3C983ABFD739}" destId="{37F0D069-FD53-4F35-9CF0-FAC890867F1C}" srcOrd="0" destOrd="0" parTransId="{765EA7AD-A307-4151-BC53-A113F3320E75}" sibTransId="{B53EB256-14FA-4F17-923C-98F5F6CE40E5}"/>
    <dgm:cxn modelId="{4358279F-5A6F-49E5-90DE-6D35802B0BB8}" srcId="{204DB281-A810-4100-937A-ACEF28364FC1}" destId="{31567C64-CBB5-48BF-8828-AD5A3922A365}" srcOrd="1" destOrd="0" parTransId="{1B891633-22EA-435C-A3AE-E456CC24F780}" sibTransId="{BE8D164A-CEED-4B37-8EB3-77B8D1970A7C}"/>
    <dgm:cxn modelId="{15C172A8-A3EC-407F-91F6-27984DEEC08D}" srcId="{7EC2B655-944D-4598-A400-5D61C4D2BF5D}" destId="{24762D62-005D-4047-ADBB-DFAE1AB1ED44}" srcOrd="0" destOrd="0" parTransId="{EC988712-98B2-4A32-AF89-9CA64ABC7468}" sibTransId="{82F38185-224E-4F7E-BA24-6CD78BC7FF48}"/>
    <dgm:cxn modelId="{E76711AE-3233-4680-A0DF-FEE96FD26F35}" type="presOf" srcId="{24762D62-005D-4047-ADBB-DFAE1AB1ED44}" destId="{624AB093-679E-4406-9228-83B07EB32E2B}" srcOrd="1" destOrd="0" presId="urn:microsoft.com/office/officeart/2005/8/layout/hierarchy3"/>
    <dgm:cxn modelId="{7C6B56AE-C5B6-4220-9978-4B8EBEF48837}" srcId="{32DA548B-F94D-4252-B454-30E7932EECCF}" destId="{59A0F80B-0946-4112-9C15-3C983ABFD739}" srcOrd="1" destOrd="0" parTransId="{27E8E867-B6D0-401B-ACBC-B7E250752A89}" sibTransId="{1967923F-108E-49AC-84F4-D849B89A8EA1}"/>
    <dgm:cxn modelId="{B627A0B2-5DDE-42C2-954D-735168174ED1}" type="presOf" srcId="{A2DDC99E-781D-43CC-A796-C796EFAB3705}" destId="{29A9B0C1-4618-4B42-B8D3-25D4E67E9685}" srcOrd="1" destOrd="0" presId="urn:microsoft.com/office/officeart/2005/8/layout/hierarchy3"/>
    <dgm:cxn modelId="{099AFAB5-1614-464A-8D99-75BDA9D63EA0}" type="presOf" srcId="{2DB6A6B8-6BC2-401F-8C2C-CCC331006D7F}" destId="{566A1C03-5075-4E2A-914A-FE4AA5D961F8}" srcOrd="0" destOrd="0" presId="urn:microsoft.com/office/officeart/2005/8/layout/hierarchy3"/>
    <dgm:cxn modelId="{DD5579B7-00AC-468F-B2A1-19C35963C93B}" type="presOf" srcId="{58DF6C26-47ED-448F-B1D4-094232105249}" destId="{81F5CCB0-58D4-4945-A81A-65DB4C55CA8B}" srcOrd="0" destOrd="0" presId="urn:microsoft.com/office/officeart/2005/8/layout/hierarchy3"/>
    <dgm:cxn modelId="{BB3F63BC-9D97-4A35-91D7-A5BD381F5DA7}" type="presOf" srcId="{27E8E867-B6D0-401B-ACBC-B7E250752A89}" destId="{6D3D0CF4-7718-4AA6-B5FE-52B9C0CDD1D0}" srcOrd="0" destOrd="0" presId="urn:microsoft.com/office/officeart/2005/8/layout/hierarchy3"/>
    <dgm:cxn modelId="{0BA554C4-B720-4D59-ADC0-374D030A53F8}" srcId="{32DA548B-F94D-4252-B454-30E7932EECCF}" destId="{1E846363-C7F9-4E22-A1C5-33394B8593C1}" srcOrd="0" destOrd="0" parTransId="{062BC38C-42B6-41DF-8083-1C61BEE090D1}" sibTransId="{78DAE2FE-48D6-49CB-B334-815946406E28}"/>
    <dgm:cxn modelId="{1DB9EFCA-A95A-470B-9B9D-E6A1924341BF}" srcId="{204DB281-A810-4100-937A-ACEF28364FC1}" destId="{41787E08-0597-4AA7-9E18-7EF1278F6343}" srcOrd="2" destOrd="0" parTransId="{24E5C04C-7CD4-4704-9257-77A084DC9CA0}" sibTransId="{38D0F34F-DD90-47E0-AF36-6A76F1BB412D}"/>
    <dgm:cxn modelId="{D22313D7-88A2-4AB6-8985-A2A47C653A7D}" type="presOf" srcId="{490A1F44-ACD5-4568-B61E-2E8CA542EB0B}" destId="{477A5D37-83C5-44F5-8CA3-9A4D6453734C}" srcOrd="0" destOrd="0" presId="urn:microsoft.com/office/officeart/2005/8/layout/hierarchy3"/>
    <dgm:cxn modelId="{7092E0D7-BDE6-4194-A9CF-33E943E36BAF}" type="presOf" srcId="{E59A5997-7C2D-4702-8A90-D3E70E824D75}" destId="{EE33BD93-6801-4CD5-881D-F5555D331C4D}" srcOrd="0" destOrd="1" presId="urn:microsoft.com/office/officeart/2005/8/layout/hierarchy3"/>
    <dgm:cxn modelId="{B3376BDC-0334-4565-B43D-3A3F0D9C2FA1}" srcId="{32DA548B-F94D-4252-B454-30E7932EECCF}" destId="{C1F31638-8BCF-44F9-BA97-65AD094A7F8E}" srcOrd="2" destOrd="0" parTransId="{49706512-6CBE-44E6-8A67-9A4CD5BFC46C}" sibTransId="{678D9D62-F13A-44B4-BF44-8A8CA8BA8001}"/>
    <dgm:cxn modelId="{CA9507E1-836E-4F24-9D05-3167A79AC6D1}" type="presOf" srcId="{CF218B86-F7D4-4026-90A4-DEB49B28406A}" destId="{9DB56437-4DDC-4E3D-805C-8EE854585BFC}" srcOrd="0" destOrd="0" presId="urn:microsoft.com/office/officeart/2005/8/layout/hierarchy3"/>
    <dgm:cxn modelId="{E95964E2-815E-43FE-93F6-9C00CC8AD03E}" srcId="{59A0F80B-0946-4112-9C15-3C983ABFD739}" destId="{282EB3D3-E242-42DD-850C-DAFD26644CFF}" srcOrd="2" destOrd="0" parTransId="{F5179D56-617D-4E1A-A104-3C1C568438BA}" sibTransId="{0CBC6CFA-7386-4675-9EF8-06823811E112}"/>
    <dgm:cxn modelId="{D44B8DE2-B8BB-4E6F-BFA1-2E08609FB7E4}" type="presOf" srcId="{24762D62-005D-4047-ADBB-DFAE1AB1ED44}" destId="{EC631F0E-9C41-4FE2-8031-8AC5FF4565BA}" srcOrd="0" destOrd="0" presId="urn:microsoft.com/office/officeart/2005/8/layout/hierarchy3"/>
    <dgm:cxn modelId="{2EB848E3-CB6C-4113-994B-4F7CF99D6890}" srcId="{33EB3FAA-0DFA-46A2-B275-A8BFA16DF7F9}" destId="{256E36D5-ED8C-4EF6-839E-7F057648317A}" srcOrd="1" destOrd="0" parTransId="{4DC5D02E-53C0-469B-92C7-CEE17B304BDD}" sibTransId="{07A43B6C-29EB-4A7D-B985-82A2932534D8}"/>
    <dgm:cxn modelId="{7AD6B9E4-F640-4D14-A944-FDDF4FF283D1}" type="presOf" srcId="{7EC2B655-944D-4598-A400-5D61C4D2BF5D}" destId="{031562A8-6055-4C58-BBA5-1138E07E0CDA}" srcOrd="0" destOrd="0" presId="urn:microsoft.com/office/officeart/2005/8/layout/hierarchy3"/>
    <dgm:cxn modelId="{DA6F4BE7-8D38-419B-9731-862C90719E22}" type="presOf" srcId="{2DB6A6B8-6BC2-401F-8C2C-CCC331006D7F}" destId="{18C8C0BF-FACB-4A21-9C8C-E7B56C293461}" srcOrd="1" destOrd="0" presId="urn:microsoft.com/office/officeart/2005/8/layout/hierarchy3"/>
    <dgm:cxn modelId="{1B6431E9-3864-4DEE-88AA-F586CFAEF42D}" srcId="{7EC2B655-944D-4598-A400-5D61C4D2BF5D}" destId="{38727278-5AA4-4B28-B5B2-FC26A5BCDFAC}" srcOrd="3" destOrd="0" parTransId="{BF605B63-717D-40CB-B1F3-8A6E29B737ED}" sibTransId="{82A4C83E-E82D-4DD1-B1E2-7821FC1B6E7C}"/>
    <dgm:cxn modelId="{217FDDE9-10ED-42BE-9AA0-B7DBC0A2D705}" type="presOf" srcId="{C1F31638-8BCF-44F9-BA97-65AD094A7F8E}" destId="{43DA13F1-98F1-4FA9-B2BA-82C70DEFC14E}" srcOrd="0" destOrd="0" presId="urn:microsoft.com/office/officeart/2005/8/layout/hierarchy3"/>
    <dgm:cxn modelId="{ED7C13EE-4542-471B-840A-02A4F67B24B7}" type="presOf" srcId="{33EB3FAA-0DFA-46A2-B275-A8BFA16DF7F9}" destId="{46409C1D-B387-4CE2-8A90-2BC6842864EB}" srcOrd="1" destOrd="0" presId="urn:microsoft.com/office/officeart/2005/8/layout/hierarchy3"/>
    <dgm:cxn modelId="{E735C5F0-322A-4EB4-B76E-0C0B6C5274F8}" srcId="{A2DDC99E-781D-43CC-A796-C796EFAB3705}" destId="{DCAF92EB-69C9-48B8-9B96-69887640A6CD}" srcOrd="2" destOrd="0" parTransId="{CF218B86-F7D4-4026-90A4-DEB49B28406A}" sibTransId="{2AB96F28-C86C-4701-8CD7-A1FB07923007}"/>
    <dgm:cxn modelId="{96E81FF3-71BA-4343-9D9F-064B4E0199AD}" type="presOf" srcId="{4DC5D02E-53C0-469B-92C7-CEE17B304BDD}" destId="{CB7CBEF1-3F63-49B4-A801-954938D8846A}" srcOrd="0" destOrd="0" presId="urn:microsoft.com/office/officeart/2005/8/layout/hierarchy3"/>
    <dgm:cxn modelId="{540ACBFA-14AB-4A19-9AF0-CF3AD8E6C804}" type="presOf" srcId="{A2DDC99E-781D-43CC-A796-C796EFAB3705}" destId="{014CED8F-064D-4046-8D72-1279C3DFC1FD}" srcOrd="0" destOrd="0" presId="urn:microsoft.com/office/officeart/2005/8/layout/hierarchy3"/>
    <dgm:cxn modelId="{B7CD58BF-7F0F-4635-8AF6-5B72EFBE90DA}" type="presParOf" srcId="{031562A8-6055-4C58-BBA5-1138E07E0CDA}" destId="{76DB67B7-9889-4344-88B5-30EA39496437}" srcOrd="0" destOrd="0" presId="urn:microsoft.com/office/officeart/2005/8/layout/hierarchy3"/>
    <dgm:cxn modelId="{5ABD65E0-ED20-460E-B60C-A8ADA0ECCBE6}" type="presParOf" srcId="{76DB67B7-9889-4344-88B5-30EA39496437}" destId="{C901F063-43D6-4AAA-86AC-DB28DE43E6F0}" srcOrd="0" destOrd="0" presId="urn:microsoft.com/office/officeart/2005/8/layout/hierarchy3"/>
    <dgm:cxn modelId="{F147813E-521F-4601-AF38-493DD3F084A2}" type="presParOf" srcId="{C901F063-43D6-4AAA-86AC-DB28DE43E6F0}" destId="{EC631F0E-9C41-4FE2-8031-8AC5FF4565BA}" srcOrd="0" destOrd="0" presId="urn:microsoft.com/office/officeart/2005/8/layout/hierarchy3"/>
    <dgm:cxn modelId="{96A3284A-007B-4BE6-89CD-D2392EC32E48}" type="presParOf" srcId="{C901F063-43D6-4AAA-86AC-DB28DE43E6F0}" destId="{624AB093-679E-4406-9228-83B07EB32E2B}" srcOrd="1" destOrd="0" presId="urn:microsoft.com/office/officeart/2005/8/layout/hierarchy3"/>
    <dgm:cxn modelId="{E3E8FE22-07F5-45E5-85CC-AF71DF159CAC}" type="presParOf" srcId="{76DB67B7-9889-4344-88B5-30EA39496437}" destId="{DA30A2C8-B6BB-4B7B-AA1A-4CCC1D2A2173}" srcOrd="1" destOrd="0" presId="urn:microsoft.com/office/officeart/2005/8/layout/hierarchy3"/>
    <dgm:cxn modelId="{2B59675A-3850-408B-9E93-206ABC2CD33C}" type="presParOf" srcId="{031562A8-6055-4C58-BBA5-1138E07E0CDA}" destId="{27049493-AE4E-45C3-96AC-9BE800247517}" srcOrd="1" destOrd="0" presId="urn:microsoft.com/office/officeart/2005/8/layout/hierarchy3"/>
    <dgm:cxn modelId="{548C6A9A-F7F7-435F-85F5-07F70BFD5BB4}" type="presParOf" srcId="{27049493-AE4E-45C3-96AC-9BE800247517}" destId="{C81C3DD4-099C-422D-A6B7-ABA1AA36B226}" srcOrd="0" destOrd="0" presId="urn:microsoft.com/office/officeart/2005/8/layout/hierarchy3"/>
    <dgm:cxn modelId="{2611F051-44D5-4A2A-BA65-5F6C81368B40}" type="presParOf" srcId="{C81C3DD4-099C-422D-A6B7-ABA1AA36B226}" destId="{07B05F8C-C6DA-4664-96AE-69C50ADEB71A}" srcOrd="0" destOrd="0" presId="urn:microsoft.com/office/officeart/2005/8/layout/hierarchy3"/>
    <dgm:cxn modelId="{1ADA8A85-D098-4F63-95A9-A16246803104}" type="presParOf" srcId="{C81C3DD4-099C-422D-A6B7-ABA1AA36B226}" destId="{C9813B5D-E26D-4B63-980C-D4D0CA040279}" srcOrd="1" destOrd="0" presId="urn:microsoft.com/office/officeart/2005/8/layout/hierarchy3"/>
    <dgm:cxn modelId="{9119CDC5-FD73-452B-BABF-7262C14B8EE1}" type="presParOf" srcId="{27049493-AE4E-45C3-96AC-9BE800247517}" destId="{E7435369-AECC-4C6E-A984-975E18B02401}" srcOrd="1" destOrd="0" presId="urn:microsoft.com/office/officeart/2005/8/layout/hierarchy3"/>
    <dgm:cxn modelId="{74B69CE9-6779-4090-8916-7E511BC8B9B0}" type="presParOf" srcId="{E7435369-AECC-4C6E-A984-975E18B02401}" destId="{2B2AB853-45E4-44A1-8F83-8C2A64CC0CFC}" srcOrd="0" destOrd="0" presId="urn:microsoft.com/office/officeart/2005/8/layout/hierarchy3"/>
    <dgm:cxn modelId="{64FBA276-F907-4AF4-96CE-CD020D0EA96E}" type="presParOf" srcId="{E7435369-AECC-4C6E-A984-975E18B02401}" destId="{275A0CD8-A2D7-4D62-928F-A3C6BD84B85C}" srcOrd="1" destOrd="0" presId="urn:microsoft.com/office/officeart/2005/8/layout/hierarchy3"/>
    <dgm:cxn modelId="{31A93498-EBAB-4B5B-B986-AB73AEF2B785}" type="presParOf" srcId="{E7435369-AECC-4C6E-A984-975E18B02401}" destId="{6D3D0CF4-7718-4AA6-B5FE-52B9C0CDD1D0}" srcOrd="2" destOrd="0" presId="urn:microsoft.com/office/officeart/2005/8/layout/hierarchy3"/>
    <dgm:cxn modelId="{78943162-A32E-4E71-A86C-766D59988980}" type="presParOf" srcId="{E7435369-AECC-4C6E-A984-975E18B02401}" destId="{EC2482B9-963B-4754-876B-C5CE62074958}" srcOrd="3" destOrd="0" presId="urn:microsoft.com/office/officeart/2005/8/layout/hierarchy3"/>
    <dgm:cxn modelId="{8BC54073-8CB8-499E-815D-74C9C3259EFB}" type="presParOf" srcId="{E7435369-AECC-4C6E-A984-975E18B02401}" destId="{95A653AC-5D05-48FC-9756-E50825A559CB}" srcOrd="4" destOrd="0" presId="urn:microsoft.com/office/officeart/2005/8/layout/hierarchy3"/>
    <dgm:cxn modelId="{DA4123CA-CE80-42A8-80CD-E1C78F27CD86}" type="presParOf" srcId="{E7435369-AECC-4C6E-A984-975E18B02401}" destId="{43DA13F1-98F1-4FA9-B2BA-82C70DEFC14E}" srcOrd="5" destOrd="0" presId="urn:microsoft.com/office/officeart/2005/8/layout/hierarchy3"/>
    <dgm:cxn modelId="{ABC9EA94-E03E-4A9E-A88D-C7834114A32C}" type="presParOf" srcId="{E7435369-AECC-4C6E-A984-975E18B02401}" destId="{4168684D-2252-4131-A360-92177ED783A1}" srcOrd="6" destOrd="0" presId="urn:microsoft.com/office/officeart/2005/8/layout/hierarchy3"/>
    <dgm:cxn modelId="{7117063B-650D-42A5-B6DE-3BC1A073F7E4}" type="presParOf" srcId="{E7435369-AECC-4C6E-A984-975E18B02401}" destId="{D582CC34-CE24-4C6F-8E28-4104F3AD3A2D}" srcOrd="7" destOrd="0" presId="urn:microsoft.com/office/officeart/2005/8/layout/hierarchy3"/>
    <dgm:cxn modelId="{81C3DCF5-F801-46DF-B1EA-0A27C6E8BD81}" type="presParOf" srcId="{031562A8-6055-4C58-BBA5-1138E07E0CDA}" destId="{3934CC66-0F4D-41ED-9A32-559F9DF8439A}" srcOrd="2" destOrd="0" presId="urn:microsoft.com/office/officeart/2005/8/layout/hierarchy3"/>
    <dgm:cxn modelId="{067F11D1-98B0-449F-A337-42DF35AB57BF}" type="presParOf" srcId="{3934CC66-0F4D-41ED-9A32-559F9DF8439A}" destId="{8ACCA8B9-8816-4630-9F64-E0E5608C8990}" srcOrd="0" destOrd="0" presId="urn:microsoft.com/office/officeart/2005/8/layout/hierarchy3"/>
    <dgm:cxn modelId="{0B2C82E1-6BAD-4504-B720-BADBB66DA63C}" type="presParOf" srcId="{8ACCA8B9-8816-4630-9F64-E0E5608C8990}" destId="{54036301-9DD9-4A0F-8BD3-916179EED537}" srcOrd="0" destOrd="0" presId="urn:microsoft.com/office/officeart/2005/8/layout/hierarchy3"/>
    <dgm:cxn modelId="{DFD26EEF-CA92-4D45-9745-E7E7AF61D748}" type="presParOf" srcId="{8ACCA8B9-8816-4630-9F64-E0E5608C8990}" destId="{46409C1D-B387-4CE2-8A90-2BC6842864EB}" srcOrd="1" destOrd="0" presId="urn:microsoft.com/office/officeart/2005/8/layout/hierarchy3"/>
    <dgm:cxn modelId="{35886323-F823-4489-9903-BA508FC6BE87}" type="presParOf" srcId="{3934CC66-0F4D-41ED-9A32-559F9DF8439A}" destId="{BB104E55-7E3C-4AFB-834A-973E3B0135C3}" srcOrd="1" destOrd="0" presId="urn:microsoft.com/office/officeart/2005/8/layout/hierarchy3"/>
    <dgm:cxn modelId="{D705B17A-D6BA-4F96-B4DC-C14066ECB012}" type="presParOf" srcId="{BB104E55-7E3C-4AFB-834A-973E3B0135C3}" destId="{477A5D37-83C5-44F5-8CA3-9A4D6453734C}" srcOrd="0" destOrd="0" presId="urn:microsoft.com/office/officeart/2005/8/layout/hierarchy3"/>
    <dgm:cxn modelId="{FC236812-C0B7-44F9-9D2A-BA49A14E73CA}" type="presParOf" srcId="{BB104E55-7E3C-4AFB-834A-973E3B0135C3}" destId="{08371C3B-8433-41E5-9CCA-D858F4561B2D}" srcOrd="1" destOrd="0" presId="urn:microsoft.com/office/officeart/2005/8/layout/hierarchy3"/>
    <dgm:cxn modelId="{B2477B99-F300-4546-9C65-88E2A73B0E07}" type="presParOf" srcId="{BB104E55-7E3C-4AFB-834A-973E3B0135C3}" destId="{CB7CBEF1-3F63-49B4-A801-954938D8846A}" srcOrd="2" destOrd="0" presId="urn:microsoft.com/office/officeart/2005/8/layout/hierarchy3"/>
    <dgm:cxn modelId="{9FAE7275-5663-480E-BB49-070A428D38A2}" type="presParOf" srcId="{BB104E55-7E3C-4AFB-834A-973E3B0135C3}" destId="{BB6D6168-9CC2-4A41-B23F-442091B12278}" srcOrd="3" destOrd="0" presId="urn:microsoft.com/office/officeart/2005/8/layout/hierarchy3"/>
    <dgm:cxn modelId="{1BD1124D-26E0-4E71-9F58-722C6C59BCFA}" type="presParOf" srcId="{BB104E55-7E3C-4AFB-834A-973E3B0135C3}" destId="{36B82189-CD60-4297-883A-9A5B54BB6C30}" srcOrd="4" destOrd="0" presId="urn:microsoft.com/office/officeart/2005/8/layout/hierarchy3"/>
    <dgm:cxn modelId="{F34CF431-AB93-4D17-9503-9AAA607DDED8}" type="presParOf" srcId="{BB104E55-7E3C-4AFB-834A-973E3B0135C3}" destId="{81F5CCB0-58D4-4945-A81A-65DB4C55CA8B}" srcOrd="5" destOrd="0" presId="urn:microsoft.com/office/officeart/2005/8/layout/hierarchy3"/>
    <dgm:cxn modelId="{760CB91A-269F-4866-8C78-19A4FD705ABC}" type="presParOf" srcId="{031562A8-6055-4C58-BBA5-1138E07E0CDA}" destId="{01AF50B6-02DE-4DF9-9D2A-A562021FEFFA}" srcOrd="3" destOrd="0" presId="urn:microsoft.com/office/officeart/2005/8/layout/hierarchy3"/>
    <dgm:cxn modelId="{258E8214-AE77-4516-8CAB-F8E60A5853C9}" type="presParOf" srcId="{01AF50B6-02DE-4DF9-9D2A-A562021FEFFA}" destId="{84BBA86E-8AF6-4137-919E-EF768A215C12}" srcOrd="0" destOrd="0" presId="urn:microsoft.com/office/officeart/2005/8/layout/hierarchy3"/>
    <dgm:cxn modelId="{F769A28B-A508-4A65-95F5-7BD2FB9F70F2}" type="presParOf" srcId="{84BBA86E-8AF6-4137-919E-EF768A215C12}" destId="{B2B04C9E-5CC8-4D07-8C53-BE0AC4F2FE90}" srcOrd="0" destOrd="0" presId="urn:microsoft.com/office/officeart/2005/8/layout/hierarchy3"/>
    <dgm:cxn modelId="{53E567AD-638A-4BCB-8DAD-EEB18A17B89D}" type="presParOf" srcId="{84BBA86E-8AF6-4137-919E-EF768A215C12}" destId="{963986C9-6B5E-41C1-82AA-C2AD70A0F88E}" srcOrd="1" destOrd="0" presId="urn:microsoft.com/office/officeart/2005/8/layout/hierarchy3"/>
    <dgm:cxn modelId="{17E2317F-14EF-4709-A4A3-A5B98C997EAB}" type="presParOf" srcId="{01AF50B6-02DE-4DF9-9D2A-A562021FEFFA}" destId="{41CEEC27-3D01-4388-8DE7-A0AAB1ECC145}" srcOrd="1" destOrd="0" presId="urn:microsoft.com/office/officeart/2005/8/layout/hierarchy3"/>
    <dgm:cxn modelId="{0C8C2966-27D1-4020-94CB-EC0BDDE03650}" type="presParOf" srcId="{41CEEC27-3D01-4388-8DE7-A0AAB1ECC145}" destId="{4B11F813-9E48-4F36-8502-882D2361A379}" srcOrd="0" destOrd="0" presId="urn:microsoft.com/office/officeart/2005/8/layout/hierarchy3"/>
    <dgm:cxn modelId="{3C8C3D5F-1D51-4A70-8311-E528B8F8E67A}" type="presParOf" srcId="{41CEEC27-3D01-4388-8DE7-A0AAB1ECC145}" destId="{EE33BD93-6801-4CD5-881D-F5555D331C4D}" srcOrd="1" destOrd="0" presId="urn:microsoft.com/office/officeart/2005/8/layout/hierarchy3"/>
    <dgm:cxn modelId="{6CF582C6-FFBC-4758-85DB-A3D3D3828397}" type="presParOf" srcId="{41CEEC27-3D01-4388-8DE7-A0AAB1ECC145}" destId="{E9DFA9E2-0DB8-4FA0-8712-DD25ED6A3537}" srcOrd="2" destOrd="0" presId="urn:microsoft.com/office/officeart/2005/8/layout/hierarchy3"/>
    <dgm:cxn modelId="{C35B78C2-D393-4087-BCE4-66A34FC0EEFB}" type="presParOf" srcId="{41CEEC27-3D01-4388-8DE7-A0AAB1ECC145}" destId="{628E55D0-99AE-49B9-8195-A4069CF6274D}" srcOrd="3" destOrd="0" presId="urn:microsoft.com/office/officeart/2005/8/layout/hierarchy3"/>
    <dgm:cxn modelId="{8FD4BEAE-5A27-432A-BA58-B9C21F72C296}" type="presParOf" srcId="{031562A8-6055-4C58-BBA5-1138E07E0CDA}" destId="{3497F8E2-2711-4125-B95E-86596779CD57}" srcOrd="4" destOrd="0" presId="urn:microsoft.com/office/officeart/2005/8/layout/hierarchy3"/>
    <dgm:cxn modelId="{88435E06-16F3-485C-8B3A-E7C5FAF4FD1F}" type="presParOf" srcId="{3497F8E2-2711-4125-B95E-86596779CD57}" destId="{895A0DAA-B12D-4C74-BD80-4E4B9F52B018}" srcOrd="0" destOrd="0" presId="urn:microsoft.com/office/officeart/2005/8/layout/hierarchy3"/>
    <dgm:cxn modelId="{D659F5DB-3B27-462C-A254-184E62440E01}" type="presParOf" srcId="{895A0DAA-B12D-4C74-BD80-4E4B9F52B018}" destId="{014CED8F-064D-4046-8D72-1279C3DFC1FD}" srcOrd="0" destOrd="0" presId="urn:microsoft.com/office/officeart/2005/8/layout/hierarchy3"/>
    <dgm:cxn modelId="{80A60DB5-FB48-4FE1-A835-66B609174844}" type="presParOf" srcId="{895A0DAA-B12D-4C74-BD80-4E4B9F52B018}" destId="{29A9B0C1-4618-4B42-B8D3-25D4E67E9685}" srcOrd="1" destOrd="0" presId="urn:microsoft.com/office/officeart/2005/8/layout/hierarchy3"/>
    <dgm:cxn modelId="{3E775143-7A4D-4194-99FB-28194D6236B5}" type="presParOf" srcId="{3497F8E2-2711-4125-B95E-86596779CD57}" destId="{357869DF-7998-4849-9830-9F9DC8D0BA75}" srcOrd="1" destOrd="0" presId="urn:microsoft.com/office/officeart/2005/8/layout/hierarchy3"/>
    <dgm:cxn modelId="{9ED02554-94CA-4C39-B5F0-829A1DC6777F}" type="presParOf" srcId="{357869DF-7998-4849-9830-9F9DC8D0BA75}" destId="{BD90C6F0-E042-4EA8-BFBB-877F7EBCB9BF}" srcOrd="0" destOrd="0" presId="urn:microsoft.com/office/officeart/2005/8/layout/hierarchy3"/>
    <dgm:cxn modelId="{6B2D527B-8040-41CB-AD9A-7F977B3822AF}" type="presParOf" srcId="{357869DF-7998-4849-9830-9F9DC8D0BA75}" destId="{7D8D825D-F945-4ACC-8BBF-34D2273B24DD}" srcOrd="1" destOrd="0" presId="urn:microsoft.com/office/officeart/2005/8/layout/hierarchy3"/>
    <dgm:cxn modelId="{37FAD659-61F4-4030-A0BB-7923367BA507}" type="presParOf" srcId="{357869DF-7998-4849-9830-9F9DC8D0BA75}" destId="{BC5B1A1D-1832-4FC8-B46A-275400C95CE6}" srcOrd="2" destOrd="0" presId="urn:microsoft.com/office/officeart/2005/8/layout/hierarchy3"/>
    <dgm:cxn modelId="{A294A3E3-FDCA-4038-92CD-2348C7139309}" type="presParOf" srcId="{357869DF-7998-4849-9830-9F9DC8D0BA75}" destId="{F442EC14-8D89-4DE4-A8B3-CC8B788A13F9}" srcOrd="3" destOrd="0" presId="urn:microsoft.com/office/officeart/2005/8/layout/hierarchy3"/>
    <dgm:cxn modelId="{E22F3CF4-193B-4FC7-B347-26A2F48B21FB}" type="presParOf" srcId="{357869DF-7998-4849-9830-9F9DC8D0BA75}" destId="{9DB56437-4DDC-4E3D-805C-8EE854585BFC}" srcOrd="4" destOrd="0" presId="urn:microsoft.com/office/officeart/2005/8/layout/hierarchy3"/>
    <dgm:cxn modelId="{3E138A9B-FC75-45DE-9540-B3246F33A072}" type="presParOf" srcId="{357869DF-7998-4849-9830-9F9DC8D0BA75}" destId="{A1BD2AEF-FF57-4795-8B4D-3383DD03950A}" srcOrd="5" destOrd="0" presId="urn:microsoft.com/office/officeart/2005/8/layout/hierarchy3"/>
    <dgm:cxn modelId="{DDE543DC-408F-4098-A9A7-C066FF5BD410}" type="presParOf" srcId="{031562A8-6055-4C58-BBA5-1138E07E0CDA}" destId="{1F1B4CA0-A6D3-425D-AB94-78EEE0A340B1}" srcOrd="5" destOrd="0" presId="urn:microsoft.com/office/officeart/2005/8/layout/hierarchy3"/>
    <dgm:cxn modelId="{9DCE7368-957C-45F4-B187-7E363863A8A4}" type="presParOf" srcId="{1F1B4CA0-A6D3-425D-AB94-78EEE0A340B1}" destId="{9D62FF44-074D-439F-B4B3-50F66C22632C}" srcOrd="0" destOrd="0" presId="urn:microsoft.com/office/officeart/2005/8/layout/hierarchy3"/>
    <dgm:cxn modelId="{D88D69F5-C99F-4334-A679-A7B0E930F7F8}" type="presParOf" srcId="{9D62FF44-074D-439F-B4B3-50F66C22632C}" destId="{18C82944-BCAE-4D0A-AA1C-8AE1CE9E025F}" srcOrd="0" destOrd="0" presId="urn:microsoft.com/office/officeart/2005/8/layout/hierarchy3"/>
    <dgm:cxn modelId="{991357FD-E97A-4055-87FA-25D81A194F03}" type="presParOf" srcId="{9D62FF44-074D-439F-B4B3-50F66C22632C}" destId="{74F71DC4-B96A-4913-901B-447611917EA6}" srcOrd="1" destOrd="0" presId="urn:microsoft.com/office/officeart/2005/8/layout/hierarchy3"/>
    <dgm:cxn modelId="{22D667EE-25BE-4E63-AFDA-FCFD67613479}" type="presParOf" srcId="{1F1B4CA0-A6D3-425D-AB94-78EEE0A340B1}" destId="{7C331241-6EE7-4814-9DE6-1BD4094B481A}" srcOrd="1" destOrd="0" presId="urn:microsoft.com/office/officeart/2005/8/layout/hierarchy3"/>
    <dgm:cxn modelId="{4ACB452C-B125-4982-AD72-30DE3C1DEB9D}" type="presParOf" srcId="{7C331241-6EE7-4814-9DE6-1BD4094B481A}" destId="{BB536D06-B072-4806-91DC-F8771121817D}" srcOrd="0" destOrd="0" presId="urn:microsoft.com/office/officeart/2005/8/layout/hierarchy3"/>
    <dgm:cxn modelId="{C212F957-E8FA-4A7F-9DF9-5099BB0AB5A6}" type="presParOf" srcId="{7C331241-6EE7-4814-9DE6-1BD4094B481A}" destId="{8F005758-AFBD-4A32-A7D6-B8CB1ADB70EB}" srcOrd="1" destOrd="0" presId="urn:microsoft.com/office/officeart/2005/8/layout/hierarchy3"/>
    <dgm:cxn modelId="{E275BA49-C4BE-4098-8C94-E6118A9A0400}" type="presParOf" srcId="{031562A8-6055-4C58-BBA5-1138E07E0CDA}" destId="{F8D15FF9-2508-4D52-8B42-52217949543B}" srcOrd="6" destOrd="0" presId="urn:microsoft.com/office/officeart/2005/8/layout/hierarchy3"/>
    <dgm:cxn modelId="{E1E22BB5-E973-4DCC-8BAE-A071E124987C}" type="presParOf" srcId="{F8D15FF9-2508-4D52-8B42-52217949543B}" destId="{7CB8B136-06A1-4B5E-9F5E-8011758DC464}" srcOrd="0" destOrd="0" presId="urn:microsoft.com/office/officeart/2005/8/layout/hierarchy3"/>
    <dgm:cxn modelId="{C7E650D1-52E2-4A7B-9175-840B8AB1D05A}" type="presParOf" srcId="{7CB8B136-06A1-4B5E-9F5E-8011758DC464}" destId="{566A1C03-5075-4E2A-914A-FE4AA5D961F8}" srcOrd="0" destOrd="0" presId="urn:microsoft.com/office/officeart/2005/8/layout/hierarchy3"/>
    <dgm:cxn modelId="{CB0A0B8B-95E4-4ACC-ABF9-5D2659E5439A}" type="presParOf" srcId="{7CB8B136-06A1-4B5E-9F5E-8011758DC464}" destId="{18C8C0BF-FACB-4A21-9C8C-E7B56C293461}" srcOrd="1" destOrd="0" presId="urn:microsoft.com/office/officeart/2005/8/layout/hierarchy3"/>
    <dgm:cxn modelId="{9E715BE0-6FB4-457A-AAED-3AC7B58A7A44}" type="presParOf" srcId="{F8D15FF9-2508-4D52-8B42-52217949543B}" destId="{FCC9D124-F697-4FEA-AD79-7BE0726F41A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52809-3583-4267-B3EA-D2CCCD8B68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BA517A3-BF87-4EBD-BBDC-ABA859C13831}">
      <dgm:prSet/>
      <dgm:spPr/>
      <dgm:t>
        <a:bodyPr/>
        <a:lstStyle/>
        <a:p>
          <a:r>
            <a:rPr lang="en-IN" b="1"/>
            <a:t>Inputs :</a:t>
          </a:r>
          <a:endParaRPr lang="en-US"/>
        </a:p>
      </dgm:t>
    </dgm:pt>
    <dgm:pt modelId="{A2C84FF7-3C2F-4321-844F-4DC9EDFC7693}" type="parTrans" cxnId="{8B8CCAAE-0124-4848-9FBC-136FAB54F205}">
      <dgm:prSet/>
      <dgm:spPr/>
      <dgm:t>
        <a:bodyPr/>
        <a:lstStyle/>
        <a:p>
          <a:endParaRPr lang="en-US"/>
        </a:p>
      </dgm:t>
    </dgm:pt>
    <dgm:pt modelId="{E4A50E76-A056-4235-8DB3-B402DF5ADD28}" type="sibTrans" cxnId="{8B8CCAAE-0124-4848-9FBC-136FAB54F205}">
      <dgm:prSet/>
      <dgm:spPr/>
      <dgm:t>
        <a:bodyPr/>
        <a:lstStyle/>
        <a:p>
          <a:endParaRPr lang="en-US"/>
        </a:p>
      </dgm:t>
    </dgm:pt>
    <dgm:pt modelId="{B90A6938-531D-45E3-BCC0-74E38EEB3B6E}">
      <dgm:prSet/>
      <dgm:spPr/>
      <dgm:t>
        <a:bodyPr/>
        <a:lstStyle/>
        <a:p>
          <a:r>
            <a:rPr lang="en-IN"/>
            <a:t>Vibration features from last hour</a:t>
          </a:r>
          <a:endParaRPr lang="en-US"/>
        </a:p>
      </dgm:t>
    </dgm:pt>
    <dgm:pt modelId="{DAB4495F-4ABB-4483-B6CE-EAEEEC9E8DCB}" type="parTrans" cxnId="{55AC581F-5876-46BD-BB76-7AAD3D20FB74}">
      <dgm:prSet/>
      <dgm:spPr/>
      <dgm:t>
        <a:bodyPr/>
        <a:lstStyle/>
        <a:p>
          <a:endParaRPr lang="en-US"/>
        </a:p>
      </dgm:t>
    </dgm:pt>
    <dgm:pt modelId="{7723C8E3-067F-46AA-A47A-07C81CABC493}" type="sibTrans" cxnId="{55AC581F-5876-46BD-BB76-7AAD3D20FB74}">
      <dgm:prSet/>
      <dgm:spPr/>
      <dgm:t>
        <a:bodyPr/>
        <a:lstStyle/>
        <a:p>
          <a:endParaRPr lang="en-US"/>
        </a:p>
      </dgm:t>
    </dgm:pt>
    <dgm:pt modelId="{C5F189DA-D375-492C-B5F9-DD784CD94029}">
      <dgm:prSet/>
      <dgm:spPr/>
      <dgm:t>
        <a:bodyPr/>
        <a:lstStyle/>
        <a:p>
          <a:r>
            <a:rPr lang="en-IN"/>
            <a:t>Environmental conditions</a:t>
          </a:r>
          <a:endParaRPr lang="en-US"/>
        </a:p>
      </dgm:t>
    </dgm:pt>
    <dgm:pt modelId="{027E90C0-8E7A-4F3A-A87B-A1828919DFB6}" type="parTrans" cxnId="{F6ED55BD-284D-43D1-8F56-4DBCEC72A930}">
      <dgm:prSet/>
      <dgm:spPr/>
      <dgm:t>
        <a:bodyPr/>
        <a:lstStyle/>
        <a:p>
          <a:endParaRPr lang="en-US"/>
        </a:p>
      </dgm:t>
    </dgm:pt>
    <dgm:pt modelId="{CE2B4F20-C6D2-4479-9963-048F19D7CCDF}" type="sibTrans" cxnId="{F6ED55BD-284D-43D1-8F56-4DBCEC72A930}">
      <dgm:prSet/>
      <dgm:spPr/>
      <dgm:t>
        <a:bodyPr/>
        <a:lstStyle/>
        <a:p>
          <a:endParaRPr lang="en-US"/>
        </a:p>
      </dgm:t>
    </dgm:pt>
    <dgm:pt modelId="{85DD9358-2DAC-4AFB-B33C-8DC6AD850F52}">
      <dgm:prSet/>
      <dgm:spPr/>
      <dgm:t>
        <a:bodyPr/>
        <a:lstStyle/>
        <a:p>
          <a:r>
            <a:rPr lang="en-IN"/>
            <a:t>Current shaft parameters</a:t>
          </a:r>
          <a:endParaRPr lang="en-US"/>
        </a:p>
      </dgm:t>
    </dgm:pt>
    <dgm:pt modelId="{0F3F35A2-06B8-4669-9493-11FEA3EF21F6}" type="parTrans" cxnId="{7C1B289C-A1CC-4A10-BD8C-434138103F4D}">
      <dgm:prSet/>
      <dgm:spPr/>
      <dgm:t>
        <a:bodyPr/>
        <a:lstStyle/>
        <a:p>
          <a:endParaRPr lang="en-US"/>
        </a:p>
      </dgm:t>
    </dgm:pt>
    <dgm:pt modelId="{7627AC91-02CB-4E02-821D-3837211E684E}" type="sibTrans" cxnId="{7C1B289C-A1CC-4A10-BD8C-434138103F4D}">
      <dgm:prSet/>
      <dgm:spPr/>
      <dgm:t>
        <a:bodyPr/>
        <a:lstStyle/>
        <a:p>
          <a:endParaRPr lang="en-US"/>
        </a:p>
      </dgm:t>
    </dgm:pt>
    <dgm:pt modelId="{4D37A53F-4B67-4850-9900-7C9D42F0CA90}">
      <dgm:prSet/>
      <dgm:spPr/>
      <dgm:t>
        <a:bodyPr/>
        <a:lstStyle/>
        <a:p>
          <a:r>
            <a:rPr lang="en-IN"/>
            <a:t>Operation duration</a:t>
          </a:r>
          <a:endParaRPr lang="en-US"/>
        </a:p>
      </dgm:t>
    </dgm:pt>
    <dgm:pt modelId="{66862CDC-66A1-4351-9307-A7BB1497A9EE}" type="parTrans" cxnId="{8D265C72-3D81-4D9D-B01C-548026D0E289}">
      <dgm:prSet/>
      <dgm:spPr/>
      <dgm:t>
        <a:bodyPr/>
        <a:lstStyle/>
        <a:p>
          <a:endParaRPr lang="en-US"/>
        </a:p>
      </dgm:t>
    </dgm:pt>
    <dgm:pt modelId="{FA4D0146-1646-4FE2-9456-8EA8230909FF}" type="sibTrans" cxnId="{8D265C72-3D81-4D9D-B01C-548026D0E289}">
      <dgm:prSet/>
      <dgm:spPr/>
      <dgm:t>
        <a:bodyPr/>
        <a:lstStyle/>
        <a:p>
          <a:endParaRPr lang="en-US"/>
        </a:p>
      </dgm:t>
    </dgm:pt>
    <dgm:pt modelId="{AD9DF393-872D-440C-85E0-802393BF1265}">
      <dgm:prSet/>
      <dgm:spPr/>
      <dgm:t>
        <a:bodyPr/>
        <a:lstStyle/>
        <a:p>
          <a:r>
            <a:rPr lang="en-IN" b="1"/>
            <a:t>Core Logic :</a:t>
          </a:r>
          <a:endParaRPr lang="en-US"/>
        </a:p>
      </dgm:t>
    </dgm:pt>
    <dgm:pt modelId="{0B1E1299-F0ED-46FE-AABB-10E8BB1678D1}" type="parTrans" cxnId="{6515A396-1A57-4955-A0A1-E9E10486766A}">
      <dgm:prSet/>
      <dgm:spPr/>
      <dgm:t>
        <a:bodyPr/>
        <a:lstStyle/>
        <a:p>
          <a:endParaRPr lang="en-US"/>
        </a:p>
      </dgm:t>
    </dgm:pt>
    <dgm:pt modelId="{FD470814-1ACD-4605-9D0C-AFE77BA160A8}" type="sibTrans" cxnId="{6515A396-1A57-4955-A0A1-E9E10486766A}">
      <dgm:prSet/>
      <dgm:spPr/>
      <dgm:t>
        <a:bodyPr/>
        <a:lstStyle/>
        <a:p>
          <a:endParaRPr lang="en-US"/>
        </a:p>
      </dgm:t>
    </dgm:pt>
    <dgm:pt modelId="{1A53DB86-727B-4876-B21A-BADD0337DEAB}">
      <dgm:prSet/>
      <dgm:spPr/>
      <dgm:t>
        <a:bodyPr/>
        <a:lstStyle/>
        <a:p>
          <a:r>
            <a:rPr lang="en-IN"/>
            <a:t>Regression-based degradation estimation</a:t>
          </a:r>
          <a:endParaRPr lang="en-US"/>
        </a:p>
      </dgm:t>
    </dgm:pt>
    <dgm:pt modelId="{5A945208-4217-4472-A10C-DAD64F70BE8D}" type="parTrans" cxnId="{13AD4718-188C-4E5C-846D-FA89091997C7}">
      <dgm:prSet/>
      <dgm:spPr/>
      <dgm:t>
        <a:bodyPr/>
        <a:lstStyle/>
        <a:p>
          <a:endParaRPr lang="en-US"/>
        </a:p>
      </dgm:t>
    </dgm:pt>
    <dgm:pt modelId="{80FF3DEA-7635-422A-8641-E77CEE662A7C}" type="sibTrans" cxnId="{13AD4718-188C-4E5C-846D-FA89091997C7}">
      <dgm:prSet/>
      <dgm:spPr/>
      <dgm:t>
        <a:bodyPr/>
        <a:lstStyle/>
        <a:p>
          <a:endParaRPr lang="en-US"/>
        </a:p>
      </dgm:t>
    </dgm:pt>
    <dgm:pt modelId="{CEE0BC27-EDCC-4C9B-80BC-DDC959B2949A}">
      <dgm:prSet/>
      <dgm:spPr/>
      <dgm:t>
        <a:bodyPr/>
        <a:lstStyle/>
        <a:p>
          <a:r>
            <a:rPr lang="en-IN"/>
            <a:t>Example :</a:t>
          </a:r>
          <a:endParaRPr lang="en-US"/>
        </a:p>
      </dgm:t>
    </dgm:pt>
    <dgm:pt modelId="{D8D5A5EF-331E-43A5-A7BC-649B9CF3F89D}" type="parTrans" cxnId="{A5588C8E-BB4F-4AB1-B170-0AC92FEF7DA0}">
      <dgm:prSet/>
      <dgm:spPr/>
      <dgm:t>
        <a:bodyPr/>
        <a:lstStyle/>
        <a:p>
          <a:endParaRPr lang="en-US"/>
        </a:p>
      </dgm:t>
    </dgm:pt>
    <dgm:pt modelId="{6929ADE9-2294-4AB2-90E4-BF4E6A2D29EF}" type="sibTrans" cxnId="{A5588C8E-BB4F-4AB1-B170-0AC92FEF7DA0}">
      <dgm:prSet/>
      <dgm:spPr/>
      <dgm:t>
        <a:bodyPr/>
        <a:lstStyle/>
        <a:p>
          <a:endParaRPr lang="en-US"/>
        </a:p>
      </dgm:t>
    </dgm:pt>
    <dgm:pt modelId="{DF679740-5F54-4221-A323-376D99A3931A}">
      <dgm:prSet/>
      <dgm:spPr/>
      <dgm:t>
        <a:bodyPr/>
        <a:lstStyle/>
        <a:p>
          <a:r>
            <a:rPr lang="en-IN"/>
            <a:t>Spring decreases 0.05–0.2% per hour</a:t>
          </a:r>
          <a:endParaRPr lang="en-US"/>
        </a:p>
      </dgm:t>
    </dgm:pt>
    <dgm:pt modelId="{C3F2E42C-CA11-4DB6-8438-BF42988F6953}" type="parTrans" cxnId="{B2171216-C600-40DB-BDD8-A567FA8FC18C}">
      <dgm:prSet/>
      <dgm:spPr/>
      <dgm:t>
        <a:bodyPr/>
        <a:lstStyle/>
        <a:p>
          <a:endParaRPr lang="en-US"/>
        </a:p>
      </dgm:t>
    </dgm:pt>
    <dgm:pt modelId="{91D7A4BF-2B75-4A54-B735-78D834EC1AE1}" type="sibTrans" cxnId="{B2171216-C600-40DB-BDD8-A567FA8FC18C}">
      <dgm:prSet/>
      <dgm:spPr/>
      <dgm:t>
        <a:bodyPr/>
        <a:lstStyle/>
        <a:p>
          <a:endParaRPr lang="en-US"/>
        </a:p>
      </dgm:t>
    </dgm:pt>
    <dgm:pt modelId="{DEF70A7C-87FA-4929-ABA7-C924FFE2FBE1}">
      <dgm:prSet/>
      <dgm:spPr/>
      <dgm:t>
        <a:bodyPr/>
        <a:lstStyle/>
        <a:p>
          <a:r>
            <a:rPr lang="en-IN"/>
            <a:t>Damper increases based on contamination</a:t>
          </a:r>
          <a:endParaRPr lang="en-US"/>
        </a:p>
      </dgm:t>
    </dgm:pt>
    <dgm:pt modelId="{F2AA3320-FF15-44CA-ABB5-C0DB4FA45C15}" type="parTrans" cxnId="{A54EDB50-DE28-4E75-BB60-6E0BEA0586F6}">
      <dgm:prSet/>
      <dgm:spPr/>
      <dgm:t>
        <a:bodyPr/>
        <a:lstStyle/>
        <a:p>
          <a:endParaRPr lang="en-US"/>
        </a:p>
      </dgm:t>
    </dgm:pt>
    <dgm:pt modelId="{2A41C48C-DCB9-4225-B7D1-114510A8E793}" type="sibTrans" cxnId="{A54EDB50-DE28-4E75-BB60-6E0BEA0586F6}">
      <dgm:prSet/>
      <dgm:spPr/>
      <dgm:t>
        <a:bodyPr/>
        <a:lstStyle/>
        <a:p>
          <a:endParaRPr lang="en-US"/>
        </a:p>
      </dgm:t>
    </dgm:pt>
    <dgm:pt modelId="{443465B6-7CB2-4727-A6FB-8FBF83EFD430}">
      <dgm:prSet/>
      <dgm:spPr/>
      <dgm:t>
        <a:bodyPr/>
        <a:lstStyle/>
        <a:p>
          <a:r>
            <a:rPr lang="en-IN"/>
            <a:t>Inertia changes due to micro-deformation</a:t>
          </a:r>
          <a:endParaRPr lang="en-US"/>
        </a:p>
      </dgm:t>
    </dgm:pt>
    <dgm:pt modelId="{35C706E4-8DCE-4951-AEDA-EDA9984A67A2}" type="parTrans" cxnId="{744F8C54-D300-4443-BB7F-86A6DB385F03}">
      <dgm:prSet/>
      <dgm:spPr/>
      <dgm:t>
        <a:bodyPr/>
        <a:lstStyle/>
        <a:p>
          <a:endParaRPr lang="en-US"/>
        </a:p>
      </dgm:t>
    </dgm:pt>
    <dgm:pt modelId="{4B9FD1C0-F8E5-4221-9B73-C80F234FB3E0}" type="sibTrans" cxnId="{744F8C54-D300-4443-BB7F-86A6DB385F03}">
      <dgm:prSet/>
      <dgm:spPr/>
      <dgm:t>
        <a:bodyPr/>
        <a:lstStyle/>
        <a:p>
          <a:endParaRPr lang="en-US"/>
        </a:p>
      </dgm:t>
    </dgm:pt>
    <dgm:pt modelId="{7721BA70-5C96-44FB-AFBA-D89D39938916}">
      <dgm:prSet/>
      <dgm:spPr/>
      <dgm:t>
        <a:bodyPr/>
        <a:lstStyle/>
        <a:p>
          <a:r>
            <a:rPr lang="en-IN" b="1"/>
            <a:t>Outputs :</a:t>
          </a:r>
          <a:endParaRPr lang="en-US"/>
        </a:p>
      </dgm:t>
    </dgm:pt>
    <dgm:pt modelId="{DD2B7BDC-0881-40AC-82AE-3CEB6B32B16A}" type="parTrans" cxnId="{25CB27D1-A404-407A-9C80-3A1DF037B13C}">
      <dgm:prSet/>
      <dgm:spPr/>
      <dgm:t>
        <a:bodyPr/>
        <a:lstStyle/>
        <a:p>
          <a:endParaRPr lang="en-US"/>
        </a:p>
      </dgm:t>
    </dgm:pt>
    <dgm:pt modelId="{5934F842-C1A0-4E4C-8021-324D4A9EB829}" type="sibTrans" cxnId="{25CB27D1-A404-407A-9C80-3A1DF037B13C}">
      <dgm:prSet/>
      <dgm:spPr/>
      <dgm:t>
        <a:bodyPr/>
        <a:lstStyle/>
        <a:p>
          <a:endParaRPr lang="en-US"/>
        </a:p>
      </dgm:t>
    </dgm:pt>
    <dgm:pt modelId="{62FEECFF-0F3B-48F9-A16F-63474B327F07}">
      <dgm:prSet/>
      <dgm:spPr/>
      <dgm:t>
        <a:bodyPr/>
        <a:lstStyle/>
        <a:p>
          <a:r>
            <a:rPr lang="en-IN"/>
            <a:t>Updated spring stiffness</a:t>
          </a:r>
          <a:endParaRPr lang="en-US"/>
        </a:p>
      </dgm:t>
    </dgm:pt>
    <dgm:pt modelId="{98021750-E914-434D-91E9-0E76C723998F}" type="parTrans" cxnId="{CAEEEA4F-CF5A-4811-AFAE-04828BF7535B}">
      <dgm:prSet/>
      <dgm:spPr/>
      <dgm:t>
        <a:bodyPr/>
        <a:lstStyle/>
        <a:p>
          <a:endParaRPr lang="en-US"/>
        </a:p>
      </dgm:t>
    </dgm:pt>
    <dgm:pt modelId="{C9159C20-AD61-4CBD-AF75-9399816C9ABC}" type="sibTrans" cxnId="{CAEEEA4F-CF5A-4811-AFAE-04828BF7535B}">
      <dgm:prSet/>
      <dgm:spPr/>
      <dgm:t>
        <a:bodyPr/>
        <a:lstStyle/>
        <a:p>
          <a:endParaRPr lang="en-US"/>
        </a:p>
      </dgm:t>
    </dgm:pt>
    <dgm:pt modelId="{77257C87-0A9A-4526-94A2-A172C9D6854E}">
      <dgm:prSet/>
      <dgm:spPr/>
      <dgm:t>
        <a:bodyPr/>
        <a:lstStyle/>
        <a:p>
          <a:r>
            <a:rPr lang="en-IN"/>
            <a:t>Updated damping coefficient</a:t>
          </a:r>
          <a:endParaRPr lang="en-US"/>
        </a:p>
      </dgm:t>
    </dgm:pt>
    <dgm:pt modelId="{370BE699-A184-416D-8D38-1F0777F03C62}" type="parTrans" cxnId="{CD37C40A-E437-41C7-A001-2DE812162328}">
      <dgm:prSet/>
      <dgm:spPr/>
      <dgm:t>
        <a:bodyPr/>
        <a:lstStyle/>
        <a:p>
          <a:endParaRPr lang="en-US"/>
        </a:p>
      </dgm:t>
    </dgm:pt>
    <dgm:pt modelId="{C08CBBAB-F4B2-4D02-BCB2-AD3F9F240A44}" type="sibTrans" cxnId="{CD37C40A-E437-41C7-A001-2DE812162328}">
      <dgm:prSet/>
      <dgm:spPr/>
      <dgm:t>
        <a:bodyPr/>
        <a:lstStyle/>
        <a:p>
          <a:endParaRPr lang="en-US"/>
        </a:p>
      </dgm:t>
    </dgm:pt>
    <dgm:pt modelId="{DEB75549-28D8-4B59-A1EF-27156F20E9EC}">
      <dgm:prSet/>
      <dgm:spPr/>
      <dgm:t>
        <a:bodyPr/>
        <a:lstStyle/>
        <a:p>
          <a:r>
            <a:rPr lang="en-IN"/>
            <a:t>Updated inertia</a:t>
          </a:r>
          <a:endParaRPr lang="en-US"/>
        </a:p>
      </dgm:t>
    </dgm:pt>
    <dgm:pt modelId="{43B13025-C1F7-4B95-A05F-22D90E8BCB40}" type="parTrans" cxnId="{8817CFD8-0B20-4D84-99D8-F2B12A0F9477}">
      <dgm:prSet/>
      <dgm:spPr/>
      <dgm:t>
        <a:bodyPr/>
        <a:lstStyle/>
        <a:p>
          <a:endParaRPr lang="en-US"/>
        </a:p>
      </dgm:t>
    </dgm:pt>
    <dgm:pt modelId="{CD8791DA-C537-49AD-ABC9-102838FB5CC8}" type="sibTrans" cxnId="{8817CFD8-0B20-4D84-99D8-F2B12A0F9477}">
      <dgm:prSet/>
      <dgm:spPr/>
      <dgm:t>
        <a:bodyPr/>
        <a:lstStyle/>
        <a:p>
          <a:endParaRPr lang="en-US"/>
        </a:p>
      </dgm:t>
    </dgm:pt>
    <dgm:pt modelId="{32F19949-587D-4C80-B383-8C80E7C2A331}">
      <dgm:prSet/>
      <dgm:spPr/>
      <dgm:t>
        <a:bodyPr/>
        <a:lstStyle/>
        <a:p>
          <a:r>
            <a:rPr lang="en-IN"/>
            <a:t>Wear state saved</a:t>
          </a:r>
          <a:endParaRPr lang="en-US"/>
        </a:p>
      </dgm:t>
    </dgm:pt>
    <dgm:pt modelId="{C2D1A20D-CF2B-47ED-8F7F-16D6EEEC0C72}" type="parTrans" cxnId="{45E21D21-980E-4FF3-9C57-E15912CE7446}">
      <dgm:prSet/>
      <dgm:spPr/>
      <dgm:t>
        <a:bodyPr/>
        <a:lstStyle/>
        <a:p>
          <a:endParaRPr lang="en-US"/>
        </a:p>
      </dgm:t>
    </dgm:pt>
    <dgm:pt modelId="{B94CC3F2-22C7-47B7-8BDF-65A4E24B70D6}" type="sibTrans" cxnId="{45E21D21-980E-4FF3-9C57-E15912CE7446}">
      <dgm:prSet/>
      <dgm:spPr/>
      <dgm:t>
        <a:bodyPr/>
        <a:lstStyle/>
        <a:p>
          <a:endParaRPr lang="en-US"/>
        </a:p>
      </dgm:t>
    </dgm:pt>
    <dgm:pt modelId="{9B551C33-1713-4E20-BFA1-F98F335DB66C}" type="pres">
      <dgm:prSet presAssocID="{8AA52809-3583-4267-B3EA-D2CCCD8B6876}" presName="root" presStyleCnt="0">
        <dgm:presLayoutVars>
          <dgm:dir/>
          <dgm:resizeHandles val="exact"/>
        </dgm:presLayoutVars>
      </dgm:prSet>
      <dgm:spPr/>
    </dgm:pt>
    <dgm:pt modelId="{1484E0B4-B2B2-43EC-AD4C-2E7EF4B744BB}" type="pres">
      <dgm:prSet presAssocID="{6BA517A3-BF87-4EBD-BBDC-ABA859C13831}" presName="compNode" presStyleCnt="0"/>
      <dgm:spPr/>
    </dgm:pt>
    <dgm:pt modelId="{930E4BB4-8A9A-4C59-8021-80ACCDC6637B}" type="pres">
      <dgm:prSet presAssocID="{6BA517A3-BF87-4EBD-BBDC-ABA859C13831}" presName="bgRect" presStyleLbl="bgShp" presStyleIdx="0" presStyleCnt="4"/>
      <dgm:spPr/>
    </dgm:pt>
    <dgm:pt modelId="{472DCFC4-146B-4978-B4E7-C122D6DA5679}" type="pres">
      <dgm:prSet presAssocID="{6BA517A3-BF87-4EBD-BBDC-ABA859C1383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24D4409-8B6D-4F60-9BEF-B899D5CA01DA}" type="pres">
      <dgm:prSet presAssocID="{6BA517A3-BF87-4EBD-BBDC-ABA859C13831}" presName="spaceRect" presStyleCnt="0"/>
      <dgm:spPr/>
    </dgm:pt>
    <dgm:pt modelId="{7EDC9B61-6C7B-4E4F-81AA-8E337C860955}" type="pres">
      <dgm:prSet presAssocID="{6BA517A3-BF87-4EBD-BBDC-ABA859C13831}" presName="parTx" presStyleLbl="revTx" presStyleIdx="0" presStyleCnt="8">
        <dgm:presLayoutVars>
          <dgm:chMax val="0"/>
          <dgm:chPref val="0"/>
        </dgm:presLayoutVars>
      </dgm:prSet>
      <dgm:spPr/>
    </dgm:pt>
    <dgm:pt modelId="{66F504BF-0CC0-48FA-B533-C7BD16C9FBDC}" type="pres">
      <dgm:prSet presAssocID="{6BA517A3-BF87-4EBD-BBDC-ABA859C13831}" presName="desTx" presStyleLbl="revTx" presStyleIdx="1" presStyleCnt="8">
        <dgm:presLayoutVars/>
      </dgm:prSet>
      <dgm:spPr/>
    </dgm:pt>
    <dgm:pt modelId="{287E23C1-FC36-4CC8-885C-ABB0BF9FD6BE}" type="pres">
      <dgm:prSet presAssocID="{E4A50E76-A056-4235-8DB3-B402DF5ADD28}" presName="sibTrans" presStyleCnt="0"/>
      <dgm:spPr/>
    </dgm:pt>
    <dgm:pt modelId="{DD781B65-E801-4899-9269-876579CEB0EB}" type="pres">
      <dgm:prSet presAssocID="{AD9DF393-872D-440C-85E0-802393BF1265}" presName="compNode" presStyleCnt="0"/>
      <dgm:spPr/>
    </dgm:pt>
    <dgm:pt modelId="{BA08103F-F5C3-4479-AAB0-8D3A15A9D950}" type="pres">
      <dgm:prSet presAssocID="{AD9DF393-872D-440C-85E0-802393BF1265}" presName="bgRect" presStyleLbl="bgShp" presStyleIdx="1" presStyleCnt="4"/>
      <dgm:spPr/>
    </dgm:pt>
    <dgm:pt modelId="{CEFC07C0-7DE1-4074-9CB4-5BDC4F953C8D}" type="pres">
      <dgm:prSet presAssocID="{AD9DF393-872D-440C-85E0-802393BF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D2E098-02EA-4696-ABCD-2C7380C756E5}" type="pres">
      <dgm:prSet presAssocID="{AD9DF393-872D-440C-85E0-802393BF1265}" presName="spaceRect" presStyleCnt="0"/>
      <dgm:spPr/>
    </dgm:pt>
    <dgm:pt modelId="{3A925043-6FEF-49E3-A847-D841AA4BE954}" type="pres">
      <dgm:prSet presAssocID="{AD9DF393-872D-440C-85E0-802393BF1265}" presName="parTx" presStyleLbl="revTx" presStyleIdx="2" presStyleCnt="8">
        <dgm:presLayoutVars>
          <dgm:chMax val="0"/>
          <dgm:chPref val="0"/>
        </dgm:presLayoutVars>
      </dgm:prSet>
      <dgm:spPr/>
    </dgm:pt>
    <dgm:pt modelId="{22565917-7035-40D5-9DEC-76B9995AFFFB}" type="pres">
      <dgm:prSet presAssocID="{AD9DF393-872D-440C-85E0-802393BF1265}" presName="desTx" presStyleLbl="revTx" presStyleIdx="3" presStyleCnt="8">
        <dgm:presLayoutVars/>
      </dgm:prSet>
      <dgm:spPr/>
    </dgm:pt>
    <dgm:pt modelId="{8D5DBA92-8200-4DF5-85BC-6F0B1CD94E37}" type="pres">
      <dgm:prSet presAssocID="{FD470814-1ACD-4605-9D0C-AFE77BA160A8}" presName="sibTrans" presStyleCnt="0"/>
      <dgm:spPr/>
    </dgm:pt>
    <dgm:pt modelId="{9E2A9EE3-E5DD-4E4C-BDFA-5760011DCB26}" type="pres">
      <dgm:prSet presAssocID="{CEE0BC27-EDCC-4C9B-80BC-DDC959B2949A}" presName="compNode" presStyleCnt="0"/>
      <dgm:spPr/>
    </dgm:pt>
    <dgm:pt modelId="{AA9D2B38-3642-46EA-A6D4-A008CA7F8290}" type="pres">
      <dgm:prSet presAssocID="{CEE0BC27-EDCC-4C9B-80BC-DDC959B2949A}" presName="bgRect" presStyleLbl="bgShp" presStyleIdx="2" presStyleCnt="4"/>
      <dgm:spPr/>
    </dgm:pt>
    <dgm:pt modelId="{9DAF078B-615B-417D-94F5-CE899903E6C8}" type="pres">
      <dgm:prSet presAssocID="{CEE0BC27-EDCC-4C9B-80BC-DDC959B2949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0F278FC7-8A9D-4B62-BD79-FE3DB7FA432D}" type="pres">
      <dgm:prSet presAssocID="{CEE0BC27-EDCC-4C9B-80BC-DDC959B2949A}" presName="spaceRect" presStyleCnt="0"/>
      <dgm:spPr/>
    </dgm:pt>
    <dgm:pt modelId="{F07F5C04-1CD5-48AC-8F56-2017DFC8542B}" type="pres">
      <dgm:prSet presAssocID="{CEE0BC27-EDCC-4C9B-80BC-DDC959B2949A}" presName="parTx" presStyleLbl="revTx" presStyleIdx="4" presStyleCnt="8">
        <dgm:presLayoutVars>
          <dgm:chMax val="0"/>
          <dgm:chPref val="0"/>
        </dgm:presLayoutVars>
      </dgm:prSet>
      <dgm:spPr/>
    </dgm:pt>
    <dgm:pt modelId="{01935001-E206-4AC5-AFEB-7E1BB5A8A33A}" type="pres">
      <dgm:prSet presAssocID="{CEE0BC27-EDCC-4C9B-80BC-DDC959B2949A}" presName="desTx" presStyleLbl="revTx" presStyleIdx="5" presStyleCnt="8">
        <dgm:presLayoutVars/>
      </dgm:prSet>
      <dgm:spPr/>
    </dgm:pt>
    <dgm:pt modelId="{7EDFFBEC-35C8-4F3F-B8A4-D86D1EC1B32A}" type="pres">
      <dgm:prSet presAssocID="{6929ADE9-2294-4AB2-90E4-BF4E6A2D29EF}" presName="sibTrans" presStyleCnt="0"/>
      <dgm:spPr/>
    </dgm:pt>
    <dgm:pt modelId="{0D7BFDFF-F28F-4A7E-8264-7D1F0F2115D8}" type="pres">
      <dgm:prSet presAssocID="{7721BA70-5C96-44FB-AFBA-D89D39938916}" presName="compNode" presStyleCnt="0"/>
      <dgm:spPr/>
    </dgm:pt>
    <dgm:pt modelId="{0C70111F-94FD-41B0-951F-1F57C1DD1223}" type="pres">
      <dgm:prSet presAssocID="{7721BA70-5C96-44FB-AFBA-D89D39938916}" presName="bgRect" presStyleLbl="bgShp" presStyleIdx="3" presStyleCnt="4"/>
      <dgm:spPr/>
    </dgm:pt>
    <dgm:pt modelId="{BDA2CF9C-723E-42CF-BBBE-6B60338F46F7}" type="pres">
      <dgm:prSet presAssocID="{7721BA70-5C96-44FB-AFBA-D89D399389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6819BB3-96F6-44B5-A77C-B9B296D6D114}" type="pres">
      <dgm:prSet presAssocID="{7721BA70-5C96-44FB-AFBA-D89D39938916}" presName="spaceRect" presStyleCnt="0"/>
      <dgm:spPr/>
    </dgm:pt>
    <dgm:pt modelId="{7925C446-121F-4B7F-AE22-2B02872C9430}" type="pres">
      <dgm:prSet presAssocID="{7721BA70-5C96-44FB-AFBA-D89D39938916}" presName="parTx" presStyleLbl="revTx" presStyleIdx="6" presStyleCnt="8">
        <dgm:presLayoutVars>
          <dgm:chMax val="0"/>
          <dgm:chPref val="0"/>
        </dgm:presLayoutVars>
      </dgm:prSet>
      <dgm:spPr/>
    </dgm:pt>
    <dgm:pt modelId="{EC19C7EB-84FE-47E2-8427-4E5653EE653B}" type="pres">
      <dgm:prSet presAssocID="{7721BA70-5C96-44FB-AFBA-D89D39938916}" presName="desTx" presStyleLbl="revTx" presStyleIdx="7" presStyleCnt="8">
        <dgm:presLayoutVars/>
      </dgm:prSet>
      <dgm:spPr/>
    </dgm:pt>
  </dgm:ptLst>
  <dgm:cxnLst>
    <dgm:cxn modelId="{DB806903-95E7-4890-94BA-AFEF90E36F59}" type="presOf" srcId="{DEF70A7C-87FA-4929-ABA7-C924FFE2FBE1}" destId="{01935001-E206-4AC5-AFEB-7E1BB5A8A33A}" srcOrd="0" destOrd="1" presId="urn:microsoft.com/office/officeart/2018/2/layout/IconVerticalSolidList"/>
    <dgm:cxn modelId="{CD37C40A-E437-41C7-A001-2DE812162328}" srcId="{7721BA70-5C96-44FB-AFBA-D89D39938916}" destId="{77257C87-0A9A-4526-94A2-A172C9D6854E}" srcOrd="1" destOrd="0" parTransId="{370BE699-A184-416D-8D38-1F0777F03C62}" sibTransId="{C08CBBAB-F4B2-4D02-BCB2-AD3F9F240A44}"/>
    <dgm:cxn modelId="{04094515-AEAE-4447-BE6B-4D38E81DF8B0}" type="presOf" srcId="{6BA517A3-BF87-4EBD-BBDC-ABA859C13831}" destId="{7EDC9B61-6C7B-4E4F-81AA-8E337C860955}" srcOrd="0" destOrd="0" presId="urn:microsoft.com/office/officeart/2018/2/layout/IconVerticalSolidList"/>
    <dgm:cxn modelId="{B2171216-C600-40DB-BDD8-A567FA8FC18C}" srcId="{CEE0BC27-EDCC-4C9B-80BC-DDC959B2949A}" destId="{DF679740-5F54-4221-A323-376D99A3931A}" srcOrd="0" destOrd="0" parTransId="{C3F2E42C-CA11-4DB6-8438-BF42988F6953}" sibTransId="{91D7A4BF-2B75-4A54-B735-78D834EC1AE1}"/>
    <dgm:cxn modelId="{761C3718-BFBA-4EC1-8DA1-81053CB25BC0}" type="presOf" srcId="{32F19949-587D-4C80-B383-8C80E7C2A331}" destId="{EC19C7EB-84FE-47E2-8427-4E5653EE653B}" srcOrd="0" destOrd="3" presId="urn:microsoft.com/office/officeart/2018/2/layout/IconVerticalSolidList"/>
    <dgm:cxn modelId="{13AD4718-188C-4E5C-846D-FA89091997C7}" srcId="{AD9DF393-872D-440C-85E0-802393BF1265}" destId="{1A53DB86-727B-4876-B21A-BADD0337DEAB}" srcOrd="0" destOrd="0" parTransId="{5A945208-4217-4472-A10C-DAD64F70BE8D}" sibTransId="{80FF3DEA-7635-422A-8641-E77CEE662A7C}"/>
    <dgm:cxn modelId="{55AC581F-5876-46BD-BB76-7AAD3D20FB74}" srcId="{6BA517A3-BF87-4EBD-BBDC-ABA859C13831}" destId="{B90A6938-531D-45E3-BCC0-74E38EEB3B6E}" srcOrd="0" destOrd="0" parTransId="{DAB4495F-4ABB-4483-B6CE-EAEEEC9E8DCB}" sibTransId="{7723C8E3-067F-46AA-A47A-07C81CABC493}"/>
    <dgm:cxn modelId="{45E21D21-980E-4FF3-9C57-E15912CE7446}" srcId="{7721BA70-5C96-44FB-AFBA-D89D39938916}" destId="{32F19949-587D-4C80-B383-8C80E7C2A331}" srcOrd="3" destOrd="0" parTransId="{C2D1A20D-CF2B-47ED-8F7F-16D6EEEC0C72}" sibTransId="{B94CC3F2-22C7-47B7-8BDF-65A4E24B70D6}"/>
    <dgm:cxn modelId="{C67CFF34-A822-45F9-8A3E-E68D710AFBD7}" type="presOf" srcId="{8AA52809-3583-4267-B3EA-D2CCCD8B6876}" destId="{9B551C33-1713-4E20-BFA1-F98F335DB66C}" srcOrd="0" destOrd="0" presId="urn:microsoft.com/office/officeart/2018/2/layout/IconVerticalSolidList"/>
    <dgm:cxn modelId="{292E1842-0AC6-4483-912D-51CC183D4C72}" type="presOf" srcId="{1A53DB86-727B-4876-B21A-BADD0337DEAB}" destId="{22565917-7035-40D5-9DEC-76B9995AFFFB}" srcOrd="0" destOrd="0" presId="urn:microsoft.com/office/officeart/2018/2/layout/IconVerticalSolidList"/>
    <dgm:cxn modelId="{F1C54366-28FB-4C90-8D41-294BF138497C}" type="presOf" srcId="{85DD9358-2DAC-4AFB-B33C-8DC6AD850F52}" destId="{66F504BF-0CC0-48FA-B533-C7BD16C9FBDC}" srcOrd="0" destOrd="2" presId="urn:microsoft.com/office/officeart/2018/2/layout/IconVerticalSolidList"/>
    <dgm:cxn modelId="{5DAAB26A-1C30-4C9D-A0D6-374B697E17EF}" type="presOf" srcId="{7721BA70-5C96-44FB-AFBA-D89D39938916}" destId="{7925C446-121F-4B7F-AE22-2B02872C9430}" srcOrd="0" destOrd="0" presId="urn:microsoft.com/office/officeart/2018/2/layout/IconVerticalSolidList"/>
    <dgm:cxn modelId="{CAEEEA4F-CF5A-4811-AFAE-04828BF7535B}" srcId="{7721BA70-5C96-44FB-AFBA-D89D39938916}" destId="{62FEECFF-0F3B-48F9-A16F-63474B327F07}" srcOrd="0" destOrd="0" parTransId="{98021750-E914-434D-91E9-0E76C723998F}" sibTransId="{C9159C20-AD61-4CBD-AF75-9399816C9ABC}"/>
    <dgm:cxn modelId="{A54EDB50-DE28-4E75-BB60-6E0BEA0586F6}" srcId="{CEE0BC27-EDCC-4C9B-80BC-DDC959B2949A}" destId="{DEF70A7C-87FA-4929-ABA7-C924FFE2FBE1}" srcOrd="1" destOrd="0" parTransId="{F2AA3320-FF15-44CA-ABB5-C0DB4FA45C15}" sibTransId="{2A41C48C-DCB9-4225-B7D1-114510A8E793}"/>
    <dgm:cxn modelId="{B035E070-03F2-4006-BAFE-F74068B7A50A}" type="presOf" srcId="{62FEECFF-0F3B-48F9-A16F-63474B327F07}" destId="{EC19C7EB-84FE-47E2-8427-4E5653EE653B}" srcOrd="0" destOrd="0" presId="urn:microsoft.com/office/officeart/2018/2/layout/IconVerticalSolidList"/>
    <dgm:cxn modelId="{8D265C72-3D81-4D9D-B01C-548026D0E289}" srcId="{6BA517A3-BF87-4EBD-BBDC-ABA859C13831}" destId="{4D37A53F-4B67-4850-9900-7C9D42F0CA90}" srcOrd="3" destOrd="0" parTransId="{66862CDC-66A1-4351-9307-A7BB1497A9EE}" sibTransId="{FA4D0146-1646-4FE2-9456-8EA8230909FF}"/>
    <dgm:cxn modelId="{744F8C54-D300-4443-BB7F-86A6DB385F03}" srcId="{CEE0BC27-EDCC-4C9B-80BC-DDC959B2949A}" destId="{443465B6-7CB2-4727-A6FB-8FBF83EFD430}" srcOrd="2" destOrd="0" parTransId="{35C706E4-8DCE-4951-AEDA-EDA9984A67A2}" sibTransId="{4B9FD1C0-F8E5-4221-9B73-C80F234FB3E0}"/>
    <dgm:cxn modelId="{94D44D58-B802-435F-BDB8-CFBEA0F943B0}" type="presOf" srcId="{AD9DF393-872D-440C-85E0-802393BF1265}" destId="{3A925043-6FEF-49E3-A847-D841AA4BE954}" srcOrd="0" destOrd="0" presId="urn:microsoft.com/office/officeart/2018/2/layout/IconVerticalSolidList"/>
    <dgm:cxn modelId="{F8CFF57B-F371-4EC4-88CC-C52CBA33A430}" type="presOf" srcId="{4D37A53F-4B67-4850-9900-7C9D42F0CA90}" destId="{66F504BF-0CC0-48FA-B533-C7BD16C9FBDC}" srcOrd="0" destOrd="3" presId="urn:microsoft.com/office/officeart/2018/2/layout/IconVerticalSolidList"/>
    <dgm:cxn modelId="{14217887-1002-445B-A697-32EC2639EF11}" type="presOf" srcId="{C5F189DA-D375-492C-B5F9-DD784CD94029}" destId="{66F504BF-0CC0-48FA-B533-C7BD16C9FBDC}" srcOrd="0" destOrd="1" presId="urn:microsoft.com/office/officeart/2018/2/layout/IconVerticalSolidList"/>
    <dgm:cxn modelId="{A5588C8E-BB4F-4AB1-B170-0AC92FEF7DA0}" srcId="{8AA52809-3583-4267-B3EA-D2CCCD8B6876}" destId="{CEE0BC27-EDCC-4C9B-80BC-DDC959B2949A}" srcOrd="2" destOrd="0" parTransId="{D8D5A5EF-331E-43A5-A7BC-649B9CF3F89D}" sibTransId="{6929ADE9-2294-4AB2-90E4-BF4E6A2D29EF}"/>
    <dgm:cxn modelId="{6515A396-1A57-4955-A0A1-E9E10486766A}" srcId="{8AA52809-3583-4267-B3EA-D2CCCD8B6876}" destId="{AD9DF393-872D-440C-85E0-802393BF1265}" srcOrd="1" destOrd="0" parTransId="{0B1E1299-F0ED-46FE-AABB-10E8BB1678D1}" sibTransId="{FD470814-1ACD-4605-9D0C-AFE77BA160A8}"/>
    <dgm:cxn modelId="{BC43649A-A702-4B08-9558-2AF96F1057F3}" type="presOf" srcId="{443465B6-7CB2-4727-A6FB-8FBF83EFD430}" destId="{01935001-E206-4AC5-AFEB-7E1BB5A8A33A}" srcOrd="0" destOrd="2" presId="urn:microsoft.com/office/officeart/2018/2/layout/IconVerticalSolidList"/>
    <dgm:cxn modelId="{7C1B289C-A1CC-4A10-BD8C-434138103F4D}" srcId="{6BA517A3-BF87-4EBD-BBDC-ABA859C13831}" destId="{85DD9358-2DAC-4AFB-B33C-8DC6AD850F52}" srcOrd="2" destOrd="0" parTransId="{0F3F35A2-06B8-4669-9493-11FEA3EF21F6}" sibTransId="{7627AC91-02CB-4E02-821D-3837211E684E}"/>
    <dgm:cxn modelId="{8B8CCAAE-0124-4848-9FBC-136FAB54F205}" srcId="{8AA52809-3583-4267-B3EA-D2CCCD8B6876}" destId="{6BA517A3-BF87-4EBD-BBDC-ABA859C13831}" srcOrd="0" destOrd="0" parTransId="{A2C84FF7-3C2F-4321-844F-4DC9EDFC7693}" sibTransId="{E4A50E76-A056-4235-8DB3-B402DF5ADD28}"/>
    <dgm:cxn modelId="{1EE0A5B1-0EBB-4B7D-AC6D-EEB4653061E1}" type="presOf" srcId="{CEE0BC27-EDCC-4C9B-80BC-DDC959B2949A}" destId="{F07F5C04-1CD5-48AC-8F56-2017DFC8542B}" srcOrd="0" destOrd="0" presId="urn:microsoft.com/office/officeart/2018/2/layout/IconVerticalSolidList"/>
    <dgm:cxn modelId="{61FEAEBB-A684-491A-865B-EA8D6C523688}" type="presOf" srcId="{77257C87-0A9A-4526-94A2-A172C9D6854E}" destId="{EC19C7EB-84FE-47E2-8427-4E5653EE653B}" srcOrd="0" destOrd="1" presId="urn:microsoft.com/office/officeart/2018/2/layout/IconVerticalSolidList"/>
    <dgm:cxn modelId="{F6ED55BD-284D-43D1-8F56-4DBCEC72A930}" srcId="{6BA517A3-BF87-4EBD-BBDC-ABA859C13831}" destId="{C5F189DA-D375-492C-B5F9-DD784CD94029}" srcOrd="1" destOrd="0" parTransId="{027E90C0-8E7A-4F3A-A87B-A1828919DFB6}" sibTransId="{CE2B4F20-C6D2-4479-9963-048F19D7CCDF}"/>
    <dgm:cxn modelId="{25CB27D1-A404-407A-9C80-3A1DF037B13C}" srcId="{8AA52809-3583-4267-B3EA-D2CCCD8B6876}" destId="{7721BA70-5C96-44FB-AFBA-D89D39938916}" srcOrd="3" destOrd="0" parTransId="{DD2B7BDC-0881-40AC-82AE-3CEB6B32B16A}" sibTransId="{5934F842-C1A0-4E4C-8021-324D4A9EB829}"/>
    <dgm:cxn modelId="{8817CFD8-0B20-4D84-99D8-F2B12A0F9477}" srcId="{7721BA70-5C96-44FB-AFBA-D89D39938916}" destId="{DEB75549-28D8-4B59-A1EF-27156F20E9EC}" srcOrd="2" destOrd="0" parTransId="{43B13025-C1F7-4B95-A05F-22D90E8BCB40}" sibTransId="{CD8791DA-C537-49AD-ABC9-102838FB5CC8}"/>
    <dgm:cxn modelId="{66315AE0-7EEB-4CE5-9F5B-1981DD357AA0}" type="presOf" srcId="{DF679740-5F54-4221-A323-376D99A3931A}" destId="{01935001-E206-4AC5-AFEB-7E1BB5A8A33A}" srcOrd="0" destOrd="0" presId="urn:microsoft.com/office/officeart/2018/2/layout/IconVerticalSolidList"/>
    <dgm:cxn modelId="{878766E4-DA12-4E64-9750-8103611F515F}" type="presOf" srcId="{DEB75549-28D8-4B59-A1EF-27156F20E9EC}" destId="{EC19C7EB-84FE-47E2-8427-4E5653EE653B}" srcOrd="0" destOrd="2" presId="urn:microsoft.com/office/officeart/2018/2/layout/IconVerticalSolidList"/>
    <dgm:cxn modelId="{84AE0DF3-4960-4BA3-B79E-1DA724A5E1C2}" type="presOf" srcId="{B90A6938-531D-45E3-BCC0-74E38EEB3B6E}" destId="{66F504BF-0CC0-48FA-B533-C7BD16C9FBDC}" srcOrd="0" destOrd="0" presId="urn:microsoft.com/office/officeart/2018/2/layout/IconVerticalSolidList"/>
    <dgm:cxn modelId="{ED5CBD88-2BE6-40CD-81B6-77E722AD7013}" type="presParOf" srcId="{9B551C33-1713-4E20-BFA1-F98F335DB66C}" destId="{1484E0B4-B2B2-43EC-AD4C-2E7EF4B744BB}" srcOrd="0" destOrd="0" presId="urn:microsoft.com/office/officeart/2018/2/layout/IconVerticalSolidList"/>
    <dgm:cxn modelId="{C5AB6D34-9DD9-4A25-A4A9-2C0155D943C8}" type="presParOf" srcId="{1484E0B4-B2B2-43EC-AD4C-2E7EF4B744BB}" destId="{930E4BB4-8A9A-4C59-8021-80ACCDC6637B}" srcOrd="0" destOrd="0" presId="urn:microsoft.com/office/officeart/2018/2/layout/IconVerticalSolidList"/>
    <dgm:cxn modelId="{C3AEBFA8-1F86-4836-9A8F-23AD8537DC2D}" type="presParOf" srcId="{1484E0B4-B2B2-43EC-AD4C-2E7EF4B744BB}" destId="{472DCFC4-146B-4978-B4E7-C122D6DA5679}" srcOrd="1" destOrd="0" presId="urn:microsoft.com/office/officeart/2018/2/layout/IconVerticalSolidList"/>
    <dgm:cxn modelId="{06B0878B-1F0B-4A52-86C9-87236FD0001D}" type="presParOf" srcId="{1484E0B4-B2B2-43EC-AD4C-2E7EF4B744BB}" destId="{D24D4409-8B6D-4F60-9BEF-B899D5CA01DA}" srcOrd="2" destOrd="0" presId="urn:microsoft.com/office/officeart/2018/2/layout/IconVerticalSolidList"/>
    <dgm:cxn modelId="{C5243EEE-15EA-49CA-84D3-52ED8765977F}" type="presParOf" srcId="{1484E0B4-B2B2-43EC-AD4C-2E7EF4B744BB}" destId="{7EDC9B61-6C7B-4E4F-81AA-8E337C860955}" srcOrd="3" destOrd="0" presId="urn:microsoft.com/office/officeart/2018/2/layout/IconVerticalSolidList"/>
    <dgm:cxn modelId="{E3767B8A-5C05-4AF2-B98C-A751ABD52815}" type="presParOf" srcId="{1484E0B4-B2B2-43EC-AD4C-2E7EF4B744BB}" destId="{66F504BF-0CC0-48FA-B533-C7BD16C9FBDC}" srcOrd="4" destOrd="0" presId="urn:microsoft.com/office/officeart/2018/2/layout/IconVerticalSolidList"/>
    <dgm:cxn modelId="{F09C409D-8A1A-45A1-AD64-CB3931249C61}" type="presParOf" srcId="{9B551C33-1713-4E20-BFA1-F98F335DB66C}" destId="{287E23C1-FC36-4CC8-885C-ABB0BF9FD6BE}" srcOrd="1" destOrd="0" presId="urn:microsoft.com/office/officeart/2018/2/layout/IconVerticalSolidList"/>
    <dgm:cxn modelId="{20A812AC-BEB7-48E5-8FDC-9BA5E95BAB48}" type="presParOf" srcId="{9B551C33-1713-4E20-BFA1-F98F335DB66C}" destId="{DD781B65-E801-4899-9269-876579CEB0EB}" srcOrd="2" destOrd="0" presId="urn:microsoft.com/office/officeart/2018/2/layout/IconVerticalSolidList"/>
    <dgm:cxn modelId="{07D61D8E-466F-45CE-9459-EF410EDAE334}" type="presParOf" srcId="{DD781B65-E801-4899-9269-876579CEB0EB}" destId="{BA08103F-F5C3-4479-AAB0-8D3A15A9D950}" srcOrd="0" destOrd="0" presId="urn:microsoft.com/office/officeart/2018/2/layout/IconVerticalSolidList"/>
    <dgm:cxn modelId="{01FBA8E5-BD53-435F-8DCF-C75FA70016AC}" type="presParOf" srcId="{DD781B65-E801-4899-9269-876579CEB0EB}" destId="{CEFC07C0-7DE1-4074-9CB4-5BDC4F953C8D}" srcOrd="1" destOrd="0" presId="urn:microsoft.com/office/officeart/2018/2/layout/IconVerticalSolidList"/>
    <dgm:cxn modelId="{831A7943-FD6D-4F5C-9750-EB0A568B876B}" type="presParOf" srcId="{DD781B65-E801-4899-9269-876579CEB0EB}" destId="{9BD2E098-02EA-4696-ABCD-2C7380C756E5}" srcOrd="2" destOrd="0" presId="urn:microsoft.com/office/officeart/2018/2/layout/IconVerticalSolidList"/>
    <dgm:cxn modelId="{6A6A5264-BDC7-41E3-A162-124993317C9D}" type="presParOf" srcId="{DD781B65-E801-4899-9269-876579CEB0EB}" destId="{3A925043-6FEF-49E3-A847-D841AA4BE954}" srcOrd="3" destOrd="0" presId="urn:microsoft.com/office/officeart/2018/2/layout/IconVerticalSolidList"/>
    <dgm:cxn modelId="{6FA410F9-80A5-4FC1-8859-B0DF9E3C3A0A}" type="presParOf" srcId="{DD781B65-E801-4899-9269-876579CEB0EB}" destId="{22565917-7035-40D5-9DEC-76B9995AFFFB}" srcOrd="4" destOrd="0" presId="urn:microsoft.com/office/officeart/2018/2/layout/IconVerticalSolidList"/>
    <dgm:cxn modelId="{17377055-976A-44C9-9507-3392E0856D90}" type="presParOf" srcId="{9B551C33-1713-4E20-BFA1-F98F335DB66C}" destId="{8D5DBA92-8200-4DF5-85BC-6F0B1CD94E37}" srcOrd="3" destOrd="0" presId="urn:microsoft.com/office/officeart/2018/2/layout/IconVerticalSolidList"/>
    <dgm:cxn modelId="{89AF7E7E-FF9F-420A-A0A4-5466FC2132DF}" type="presParOf" srcId="{9B551C33-1713-4E20-BFA1-F98F335DB66C}" destId="{9E2A9EE3-E5DD-4E4C-BDFA-5760011DCB26}" srcOrd="4" destOrd="0" presId="urn:microsoft.com/office/officeart/2018/2/layout/IconVerticalSolidList"/>
    <dgm:cxn modelId="{399A1C53-3A69-4DEC-A9A6-4241FD82C17C}" type="presParOf" srcId="{9E2A9EE3-E5DD-4E4C-BDFA-5760011DCB26}" destId="{AA9D2B38-3642-46EA-A6D4-A008CA7F8290}" srcOrd="0" destOrd="0" presId="urn:microsoft.com/office/officeart/2018/2/layout/IconVerticalSolidList"/>
    <dgm:cxn modelId="{C39DA52F-4845-43DA-946A-9C796C9981A9}" type="presParOf" srcId="{9E2A9EE3-E5DD-4E4C-BDFA-5760011DCB26}" destId="{9DAF078B-615B-417D-94F5-CE899903E6C8}" srcOrd="1" destOrd="0" presId="urn:microsoft.com/office/officeart/2018/2/layout/IconVerticalSolidList"/>
    <dgm:cxn modelId="{4025C6BB-DE3C-47B5-982C-19BFED3B0157}" type="presParOf" srcId="{9E2A9EE3-E5DD-4E4C-BDFA-5760011DCB26}" destId="{0F278FC7-8A9D-4B62-BD79-FE3DB7FA432D}" srcOrd="2" destOrd="0" presId="urn:microsoft.com/office/officeart/2018/2/layout/IconVerticalSolidList"/>
    <dgm:cxn modelId="{B492A33F-6B44-46FB-975C-9BDEA92BDC53}" type="presParOf" srcId="{9E2A9EE3-E5DD-4E4C-BDFA-5760011DCB26}" destId="{F07F5C04-1CD5-48AC-8F56-2017DFC8542B}" srcOrd="3" destOrd="0" presId="urn:microsoft.com/office/officeart/2018/2/layout/IconVerticalSolidList"/>
    <dgm:cxn modelId="{A50B56BF-BC6D-4082-B390-0F66778A0E8C}" type="presParOf" srcId="{9E2A9EE3-E5DD-4E4C-BDFA-5760011DCB26}" destId="{01935001-E206-4AC5-AFEB-7E1BB5A8A33A}" srcOrd="4" destOrd="0" presId="urn:microsoft.com/office/officeart/2018/2/layout/IconVerticalSolidList"/>
    <dgm:cxn modelId="{A2305324-188B-41A9-B895-23D443053E2A}" type="presParOf" srcId="{9B551C33-1713-4E20-BFA1-F98F335DB66C}" destId="{7EDFFBEC-35C8-4F3F-B8A4-D86D1EC1B32A}" srcOrd="5" destOrd="0" presId="urn:microsoft.com/office/officeart/2018/2/layout/IconVerticalSolidList"/>
    <dgm:cxn modelId="{E207D6ED-3463-496D-821C-45288F6F9316}" type="presParOf" srcId="{9B551C33-1713-4E20-BFA1-F98F335DB66C}" destId="{0D7BFDFF-F28F-4A7E-8264-7D1F0F2115D8}" srcOrd="6" destOrd="0" presId="urn:microsoft.com/office/officeart/2018/2/layout/IconVerticalSolidList"/>
    <dgm:cxn modelId="{17D86310-213E-4FB1-BA30-383D898A956F}" type="presParOf" srcId="{0D7BFDFF-F28F-4A7E-8264-7D1F0F2115D8}" destId="{0C70111F-94FD-41B0-951F-1F57C1DD1223}" srcOrd="0" destOrd="0" presId="urn:microsoft.com/office/officeart/2018/2/layout/IconVerticalSolidList"/>
    <dgm:cxn modelId="{D7369CAA-442C-486C-BD9F-2339EAA2E0B2}" type="presParOf" srcId="{0D7BFDFF-F28F-4A7E-8264-7D1F0F2115D8}" destId="{BDA2CF9C-723E-42CF-BBBE-6B60338F46F7}" srcOrd="1" destOrd="0" presId="urn:microsoft.com/office/officeart/2018/2/layout/IconVerticalSolidList"/>
    <dgm:cxn modelId="{852F5F42-0238-4BFF-9CB0-6CDE85032FD8}" type="presParOf" srcId="{0D7BFDFF-F28F-4A7E-8264-7D1F0F2115D8}" destId="{B6819BB3-96F6-44B5-A77C-B9B296D6D114}" srcOrd="2" destOrd="0" presId="urn:microsoft.com/office/officeart/2018/2/layout/IconVerticalSolidList"/>
    <dgm:cxn modelId="{E6CF6307-12EC-4EE8-9D29-2CE3F853208C}" type="presParOf" srcId="{0D7BFDFF-F28F-4A7E-8264-7D1F0F2115D8}" destId="{7925C446-121F-4B7F-AE22-2B02872C9430}" srcOrd="3" destOrd="0" presId="urn:microsoft.com/office/officeart/2018/2/layout/IconVerticalSolidList"/>
    <dgm:cxn modelId="{BB9A91FE-EEF6-4BE3-82A9-7D109D383C26}" type="presParOf" srcId="{0D7BFDFF-F28F-4A7E-8264-7D1F0F2115D8}" destId="{EC19C7EB-84FE-47E2-8427-4E5653EE653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4FDF83-BC23-4779-9069-75B8BDB8BD1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9EF472-D46D-41DB-A4C2-DFFC2C83563B}">
      <dgm:prSet/>
      <dgm:spPr/>
      <dgm:t>
        <a:bodyPr/>
        <a:lstStyle/>
        <a:p>
          <a:r>
            <a:rPr lang="en-IN" b="1"/>
            <a:t>Input:</a:t>
          </a:r>
          <a:endParaRPr lang="en-US"/>
        </a:p>
      </dgm:t>
    </dgm:pt>
    <dgm:pt modelId="{E8EDD476-B945-44D2-97A0-D3D3030D4AB8}" type="parTrans" cxnId="{AF9BB512-3FD5-4F23-A8E1-770B327E4123}">
      <dgm:prSet/>
      <dgm:spPr/>
      <dgm:t>
        <a:bodyPr/>
        <a:lstStyle/>
        <a:p>
          <a:endParaRPr lang="en-US"/>
        </a:p>
      </dgm:t>
    </dgm:pt>
    <dgm:pt modelId="{48897EB5-9BCF-434E-8CEE-DF9A2584700E}" type="sibTrans" cxnId="{AF9BB512-3FD5-4F23-A8E1-770B327E4123}">
      <dgm:prSet/>
      <dgm:spPr/>
      <dgm:t>
        <a:bodyPr/>
        <a:lstStyle/>
        <a:p>
          <a:endParaRPr lang="en-US"/>
        </a:p>
      </dgm:t>
    </dgm:pt>
    <dgm:pt modelId="{9E7D457A-5DB7-41DE-A222-459F12AD1114}">
      <dgm:prSet/>
      <dgm:spPr/>
      <dgm:t>
        <a:bodyPr/>
        <a:lstStyle/>
        <a:p>
          <a:r>
            <a:rPr lang="en-IN"/>
            <a:t>30-day vibration feature history</a:t>
          </a:r>
          <a:endParaRPr lang="en-US"/>
        </a:p>
      </dgm:t>
    </dgm:pt>
    <dgm:pt modelId="{C43FE3DA-CAED-46D8-89DB-508262DA8D81}" type="parTrans" cxnId="{85FDA8D7-29BC-4C21-84D0-B78EF237E395}">
      <dgm:prSet/>
      <dgm:spPr/>
      <dgm:t>
        <a:bodyPr/>
        <a:lstStyle/>
        <a:p>
          <a:endParaRPr lang="en-US"/>
        </a:p>
      </dgm:t>
    </dgm:pt>
    <dgm:pt modelId="{FA8A15E3-2D43-4078-A891-96D15700BB6A}" type="sibTrans" cxnId="{85FDA8D7-29BC-4C21-84D0-B78EF237E395}">
      <dgm:prSet/>
      <dgm:spPr/>
      <dgm:t>
        <a:bodyPr/>
        <a:lstStyle/>
        <a:p>
          <a:endParaRPr lang="en-US"/>
        </a:p>
      </dgm:t>
    </dgm:pt>
    <dgm:pt modelId="{D13AD74E-E0BF-4350-9642-F140312C02D1}">
      <dgm:prSet/>
      <dgm:spPr/>
      <dgm:t>
        <a:bodyPr/>
        <a:lstStyle/>
        <a:p>
          <a:r>
            <a:rPr lang="en-IN"/>
            <a:t>Sequential time-series data</a:t>
          </a:r>
          <a:endParaRPr lang="en-US"/>
        </a:p>
      </dgm:t>
    </dgm:pt>
    <dgm:pt modelId="{CD4FDF33-894C-48FA-AA35-76F6CBABC9B0}" type="parTrans" cxnId="{1C93DACA-DA1A-41B6-B851-DE4EB5766C50}">
      <dgm:prSet/>
      <dgm:spPr/>
      <dgm:t>
        <a:bodyPr/>
        <a:lstStyle/>
        <a:p>
          <a:endParaRPr lang="en-US"/>
        </a:p>
      </dgm:t>
    </dgm:pt>
    <dgm:pt modelId="{B2642051-EAA3-461C-89F0-D92F6FC12BBE}" type="sibTrans" cxnId="{1C93DACA-DA1A-41B6-B851-DE4EB5766C50}">
      <dgm:prSet/>
      <dgm:spPr/>
      <dgm:t>
        <a:bodyPr/>
        <a:lstStyle/>
        <a:p>
          <a:endParaRPr lang="en-US"/>
        </a:p>
      </dgm:t>
    </dgm:pt>
    <dgm:pt modelId="{E7B78063-9226-4E88-8553-54170EE8F34D}">
      <dgm:prSet/>
      <dgm:spPr/>
      <dgm:t>
        <a:bodyPr/>
        <a:lstStyle/>
        <a:p>
          <a:r>
            <a:rPr lang="en-IN" b="1"/>
            <a:t>Neural Network:</a:t>
          </a:r>
          <a:endParaRPr lang="en-US"/>
        </a:p>
      </dgm:t>
    </dgm:pt>
    <dgm:pt modelId="{E10EBDBE-58E5-40BF-A08F-79FB708420F7}" type="parTrans" cxnId="{7C143110-AC16-4DBC-A5AF-94ABC17CF142}">
      <dgm:prSet/>
      <dgm:spPr/>
      <dgm:t>
        <a:bodyPr/>
        <a:lstStyle/>
        <a:p>
          <a:endParaRPr lang="en-US"/>
        </a:p>
      </dgm:t>
    </dgm:pt>
    <dgm:pt modelId="{86C38887-35CC-4AE0-BF94-CE6C75F637D5}" type="sibTrans" cxnId="{7C143110-AC16-4DBC-A5AF-94ABC17CF142}">
      <dgm:prSet/>
      <dgm:spPr/>
      <dgm:t>
        <a:bodyPr/>
        <a:lstStyle/>
        <a:p>
          <a:endParaRPr lang="en-US"/>
        </a:p>
      </dgm:t>
    </dgm:pt>
    <dgm:pt modelId="{89701925-CDA1-442F-96D2-1529B1E6CA14}">
      <dgm:prSet/>
      <dgm:spPr/>
      <dgm:t>
        <a:bodyPr/>
        <a:lstStyle/>
        <a:p>
          <a:r>
            <a:rPr lang="en-IN"/>
            <a:t>BiLSTM (128 units)</a:t>
          </a:r>
          <a:endParaRPr lang="en-US"/>
        </a:p>
      </dgm:t>
    </dgm:pt>
    <dgm:pt modelId="{AB1449A5-43F2-4FA8-981B-EFA7C65C215B}" type="parTrans" cxnId="{3834DEBA-8A56-4B54-ADE6-3B5FA6CA851F}">
      <dgm:prSet/>
      <dgm:spPr/>
      <dgm:t>
        <a:bodyPr/>
        <a:lstStyle/>
        <a:p>
          <a:endParaRPr lang="en-US"/>
        </a:p>
      </dgm:t>
    </dgm:pt>
    <dgm:pt modelId="{F28D814F-92DF-4C29-9FA6-A65EBD73CEFD}" type="sibTrans" cxnId="{3834DEBA-8A56-4B54-ADE6-3B5FA6CA851F}">
      <dgm:prSet/>
      <dgm:spPr/>
      <dgm:t>
        <a:bodyPr/>
        <a:lstStyle/>
        <a:p>
          <a:endParaRPr lang="en-US"/>
        </a:p>
      </dgm:t>
    </dgm:pt>
    <dgm:pt modelId="{81F1367F-0808-4822-BE8F-2FB0A3EFB5F9}">
      <dgm:prSet/>
      <dgm:spPr/>
      <dgm:t>
        <a:bodyPr/>
        <a:lstStyle/>
        <a:p>
          <a:r>
            <a:rPr lang="en-IN"/>
            <a:t>Dropout (0.3)</a:t>
          </a:r>
          <a:endParaRPr lang="en-US"/>
        </a:p>
      </dgm:t>
    </dgm:pt>
    <dgm:pt modelId="{F80D5872-4B4B-4495-9A6E-9EE4F0F4FD34}" type="parTrans" cxnId="{5D26A09B-8EBF-425E-8886-6BCBD784FF94}">
      <dgm:prSet/>
      <dgm:spPr/>
      <dgm:t>
        <a:bodyPr/>
        <a:lstStyle/>
        <a:p>
          <a:endParaRPr lang="en-US"/>
        </a:p>
      </dgm:t>
    </dgm:pt>
    <dgm:pt modelId="{FE186BE2-EC98-4468-BB50-65839A580CA7}" type="sibTrans" cxnId="{5D26A09B-8EBF-425E-8886-6BCBD784FF94}">
      <dgm:prSet/>
      <dgm:spPr/>
      <dgm:t>
        <a:bodyPr/>
        <a:lstStyle/>
        <a:p>
          <a:endParaRPr lang="en-US"/>
        </a:p>
      </dgm:t>
    </dgm:pt>
    <dgm:pt modelId="{6C38C612-FE22-4304-8705-30BB4AB1D512}">
      <dgm:prSet/>
      <dgm:spPr/>
      <dgm:t>
        <a:bodyPr/>
        <a:lstStyle/>
        <a:p>
          <a:r>
            <a:rPr lang="en-IN"/>
            <a:t>Dense layer</a:t>
          </a:r>
          <a:endParaRPr lang="en-US"/>
        </a:p>
      </dgm:t>
    </dgm:pt>
    <dgm:pt modelId="{3F7C801F-09F7-4C2A-AA9E-956BB0B1B8C7}" type="parTrans" cxnId="{38EBA012-D48C-451D-A539-4862B89910F6}">
      <dgm:prSet/>
      <dgm:spPr/>
      <dgm:t>
        <a:bodyPr/>
        <a:lstStyle/>
        <a:p>
          <a:endParaRPr lang="en-US"/>
        </a:p>
      </dgm:t>
    </dgm:pt>
    <dgm:pt modelId="{985E3CB4-F1AD-4DA3-88CC-855540D71436}" type="sibTrans" cxnId="{38EBA012-D48C-451D-A539-4862B89910F6}">
      <dgm:prSet/>
      <dgm:spPr/>
      <dgm:t>
        <a:bodyPr/>
        <a:lstStyle/>
        <a:p>
          <a:endParaRPr lang="en-US"/>
        </a:p>
      </dgm:t>
    </dgm:pt>
    <dgm:pt modelId="{8CD3AFA3-393D-4CE7-B371-46338B160D78}">
      <dgm:prSet/>
      <dgm:spPr/>
      <dgm:t>
        <a:bodyPr/>
        <a:lstStyle/>
        <a:p>
          <a:r>
            <a:rPr lang="en-IN"/>
            <a:t>Regression output</a:t>
          </a:r>
          <a:endParaRPr lang="en-US"/>
        </a:p>
      </dgm:t>
    </dgm:pt>
    <dgm:pt modelId="{801A8DB6-EA6F-4461-B582-DCF85CD8BD8D}" type="parTrans" cxnId="{90A05EAA-B321-409E-89D1-E731C25DA5F8}">
      <dgm:prSet/>
      <dgm:spPr/>
      <dgm:t>
        <a:bodyPr/>
        <a:lstStyle/>
        <a:p>
          <a:endParaRPr lang="en-US"/>
        </a:p>
      </dgm:t>
    </dgm:pt>
    <dgm:pt modelId="{9741EBCB-BBD2-4FF2-8B50-066AF1CD61C6}" type="sibTrans" cxnId="{90A05EAA-B321-409E-89D1-E731C25DA5F8}">
      <dgm:prSet/>
      <dgm:spPr/>
      <dgm:t>
        <a:bodyPr/>
        <a:lstStyle/>
        <a:p>
          <a:endParaRPr lang="en-US"/>
        </a:p>
      </dgm:t>
    </dgm:pt>
    <dgm:pt modelId="{69CD6560-0DB3-4693-B011-6AF604787C8C}">
      <dgm:prSet/>
      <dgm:spPr/>
      <dgm:t>
        <a:bodyPr/>
        <a:lstStyle/>
        <a:p>
          <a:r>
            <a:rPr lang="en-IN" b="1"/>
            <a:t>Output:</a:t>
          </a:r>
          <a:endParaRPr lang="en-US"/>
        </a:p>
      </dgm:t>
    </dgm:pt>
    <dgm:pt modelId="{77976DC9-D861-4178-AAF2-B79EC3453591}" type="parTrans" cxnId="{71152EFF-2C5B-4785-9BD2-758F5933E419}">
      <dgm:prSet/>
      <dgm:spPr/>
      <dgm:t>
        <a:bodyPr/>
        <a:lstStyle/>
        <a:p>
          <a:endParaRPr lang="en-US"/>
        </a:p>
      </dgm:t>
    </dgm:pt>
    <dgm:pt modelId="{500EFBC6-DFA1-4FEF-957D-504A2DAC53FF}" type="sibTrans" cxnId="{71152EFF-2C5B-4785-9BD2-758F5933E419}">
      <dgm:prSet/>
      <dgm:spPr/>
      <dgm:t>
        <a:bodyPr/>
        <a:lstStyle/>
        <a:p>
          <a:endParaRPr lang="en-US"/>
        </a:p>
      </dgm:t>
    </dgm:pt>
    <dgm:pt modelId="{65CC3C4A-4147-4F0C-ABB6-F651313D764A}">
      <dgm:prSet/>
      <dgm:spPr/>
      <dgm:t>
        <a:bodyPr/>
        <a:lstStyle/>
        <a:p>
          <a:r>
            <a:rPr lang="en-IN"/>
            <a:t>Predicted RUL</a:t>
          </a:r>
          <a:endParaRPr lang="en-US"/>
        </a:p>
      </dgm:t>
    </dgm:pt>
    <dgm:pt modelId="{28A04ECB-61B6-48D1-AFE3-E01DAA590665}" type="parTrans" cxnId="{0D9518D9-3396-412A-A3AC-7254A223177F}">
      <dgm:prSet/>
      <dgm:spPr/>
      <dgm:t>
        <a:bodyPr/>
        <a:lstStyle/>
        <a:p>
          <a:endParaRPr lang="en-US"/>
        </a:p>
      </dgm:t>
    </dgm:pt>
    <dgm:pt modelId="{E7DA4F92-57C5-4F88-968E-3C2140ABA5E6}" type="sibTrans" cxnId="{0D9518D9-3396-412A-A3AC-7254A223177F}">
      <dgm:prSet/>
      <dgm:spPr/>
      <dgm:t>
        <a:bodyPr/>
        <a:lstStyle/>
        <a:p>
          <a:endParaRPr lang="en-US"/>
        </a:p>
      </dgm:t>
    </dgm:pt>
    <dgm:pt modelId="{94D7503D-B182-4749-AA15-E711FFD99C6C}">
      <dgm:prSet/>
      <dgm:spPr/>
      <dgm:t>
        <a:bodyPr/>
        <a:lstStyle/>
        <a:p>
          <a:r>
            <a:rPr lang="en-IN"/>
            <a:t>Prediction confidence</a:t>
          </a:r>
          <a:endParaRPr lang="en-US"/>
        </a:p>
      </dgm:t>
    </dgm:pt>
    <dgm:pt modelId="{B0FC56A9-FE1A-4C8E-9BCC-306CDD0B8B34}" type="parTrans" cxnId="{9FC71040-8FEF-4A49-B8B1-CA96B69DBFA8}">
      <dgm:prSet/>
      <dgm:spPr/>
      <dgm:t>
        <a:bodyPr/>
        <a:lstStyle/>
        <a:p>
          <a:endParaRPr lang="en-US"/>
        </a:p>
      </dgm:t>
    </dgm:pt>
    <dgm:pt modelId="{2D42BD34-9FB7-4B14-8C63-CC84F895A089}" type="sibTrans" cxnId="{9FC71040-8FEF-4A49-B8B1-CA96B69DBFA8}">
      <dgm:prSet/>
      <dgm:spPr/>
      <dgm:t>
        <a:bodyPr/>
        <a:lstStyle/>
        <a:p>
          <a:endParaRPr lang="en-US"/>
        </a:p>
      </dgm:t>
    </dgm:pt>
    <dgm:pt modelId="{628229F4-4AC2-4168-9D41-0FEFF23E1229}">
      <dgm:prSet/>
      <dgm:spPr/>
      <dgm:t>
        <a:bodyPr/>
        <a:lstStyle/>
        <a:p>
          <a:r>
            <a:rPr lang="en-IN"/>
            <a:t>Progressive degradation trend</a:t>
          </a:r>
          <a:endParaRPr lang="en-US"/>
        </a:p>
      </dgm:t>
    </dgm:pt>
    <dgm:pt modelId="{B4BFA3B1-808F-4DB4-91AC-E390F258EB7E}" type="parTrans" cxnId="{87A685C7-0772-4CCF-AA0D-778402AB4F69}">
      <dgm:prSet/>
      <dgm:spPr/>
      <dgm:t>
        <a:bodyPr/>
        <a:lstStyle/>
        <a:p>
          <a:endParaRPr lang="en-US"/>
        </a:p>
      </dgm:t>
    </dgm:pt>
    <dgm:pt modelId="{2D458667-EF77-4E0D-BFBB-D8DCFE1AB8C3}" type="sibTrans" cxnId="{87A685C7-0772-4CCF-AA0D-778402AB4F69}">
      <dgm:prSet/>
      <dgm:spPr/>
      <dgm:t>
        <a:bodyPr/>
        <a:lstStyle/>
        <a:p>
          <a:endParaRPr lang="en-US"/>
        </a:p>
      </dgm:t>
    </dgm:pt>
    <dgm:pt modelId="{30D1DC9B-9603-487D-BCCF-C69D089DBC69}" type="pres">
      <dgm:prSet presAssocID="{7C4FDF83-BC23-4779-9069-75B8BDB8BD1B}" presName="linear" presStyleCnt="0">
        <dgm:presLayoutVars>
          <dgm:animLvl val="lvl"/>
          <dgm:resizeHandles val="exact"/>
        </dgm:presLayoutVars>
      </dgm:prSet>
      <dgm:spPr/>
    </dgm:pt>
    <dgm:pt modelId="{FB154DBB-F794-4256-B314-F36E6E4C8ED1}" type="pres">
      <dgm:prSet presAssocID="{689EF472-D46D-41DB-A4C2-DFFC2C8356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9F7F75-F44C-4BF2-BAB9-017298A09D03}" type="pres">
      <dgm:prSet presAssocID="{689EF472-D46D-41DB-A4C2-DFFC2C83563B}" presName="childText" presStyleLbl="revTx" presStyleIdx="0" presStyleCnt="3">
        <dgm:presLayoutVars>
          <dgm:bulletEnabled val="1"/>
        </dgm:presLayoutVars>
      </dgm:prSet>
      <dgm:spPr/>
    </dgm:pt>
    <dgm:pt modelId="{EDD7E7C9-8BB7-4B5D-A2D3-E01C37012C26}" type="pres">
      <dgm:prSet presAssocID="{E7B78063-9226-4E88-8553-54170EE8F3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FFFF34-D33F-4108-AFEB-2370808F5ABB}" type="pres">
      <dgm:prSet presAssocID="{E7B78063-9226-4E88-8553-54170EE8F34D}" presName="childText" presStyleLbl="revTx" presStyleIdx="1" presStyleCnt="3">
        <dgm:presLayoutVars>
          <dgm:bulletEnabled val="1"/>
        </dgm:presLayoutVars>
      </dgm:prSet>
      <dgm:spPr/>
    </dgm:pt>
    <dgm:pt modelId="{E65B6220-E16B-479B-B95B-0555D341B17E}" type="pres">
      <dgm:prSet presAssocID="{69CD6560-0DB3-4693-B011-6AF604787C8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28EC1C5-0A8A-431B-B5E8-B35FA2188117}" type="pres">
      <dgm:prSet presAssocID="{69CD6560-0DB3-4693-B011-6AF604787C8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731F50F-812F-4E9F-B592-0E8C9E8BC331}" type="presOf" srcId="{65CC3C4A-4147-4F0C-ABB6-F651313D764A}" destId="{E28EC1C5-0A8A-431B-B5E8-B35FA2188117}" srcOrd="0" destOrd="0" presId="urn:microsoft.com/office/officeart/2005/8/layout/vList2"/>
    <dgm:cxn modelId="{7C143110-AC16-4DBC-A5AF-94ABC17CF142}" srcId="{7C4FDF83-BC23-4779-9069-75B8BDB8BD1B}" destId="{E7B78063-9226-4E88-8553-54170EE8F34D}" srcOrd="1" destOrd="0" parTransId="{E10EBDBE-58E5-40BF-A08F-79FB708420F7}" sibTransId="{86C38887-35CC-4AE0-BF94-CE6C75F637D5}"/>
    <dgm:cxn modelId="{38EBA012-D48C-451D-A539-4862B89910F6}" srcId="{E7B78063-9226-4E88-8553-54170EE8F34D}" destId="{6C38C612-FE22-4304-8705-30BB4AB1D512}" srcOrd="2" destOrd="0" parTransId="{3F7C801F-09F7-4C2A-AA9E-956BB0B1B8C7}" sibTransId="{985E3CB4-F1AD-4DA3-88CC-855540D71436}"/>
    <dgm:cxn modelId="{AF9BB512-3FD5-4F23-A8E1-770B327E4123}" srcId="{7C4FDF83-BC23-4779-9069-75B8BDB8BD1B}" destId="{689EF472-D46D-41DB-A4C2-DFFC2C83563B}" srcOrd="0" destOrd="0" parTransId="{E8EDD476-B945-44D2-97A0-D3D3030D4AB8}" sibTransId="{48897EB5-9BCF-434E-8CEE-DF9A2584700E}"/>
    <dgm:cxn modelId="{14BE5B16-B79F-4305-BCF6-D8C2EAB85C3D}" type="presOf" srcId="{8CD3AFA3-393D-4CE7-B371-46338B160D78}" destId="{1EFFFF34-D33F-4108-AFEB-2370808F5ABB}" srcOrd="0" destOrd="3" presId="urn:microsoft.com/office/officeart/2005/8/layout/vList2"/>
    <dgm:cxn modelId="{9FC71040-8FEF-4A49-B8B1-CA96B69DBFA8}" srcId="{69CD6560-0DB3-4693-B011-6AF604787C8C}" destId="{94D7503D-B182-4749-AA15-E711FFD99C6C}" srcOrd="1" destOrd="0" parTransId="{B0FC56A9-FE1A-4C8E-9BCC-306CDD0B8B34}" sibTransId="{2D42BD34-9FB7-4B14-8C63-CC84F895A089}"/>
    <dgm:cxn modelId="{2EA01F43-6184-4C76-B0A0-9AA70EC0F874}" type="presOf" srcId="{81F1367F-0808-4822-BE8F-2FB0A3EFB5F9}" destId="{1EFFFF34-D33F-4108-AFEB-2370808F5ABB}" srcOrd="0" destOrd="1" presId="urn:microsoft.com/office/officeart/2005/8/layout/vList2"/>
    <dgm:cxn modelId="{C6090544-3AC6-44EE-AE12-C3B2F17A8598}" type="presOf" srcId="{89701925-CDA1-442F-96D2-1529B1E6CA14}" destId="{1EFFFF34-D33F-4108-AFEB-2370808F5ABB}" srcOrd="0" destOrd="0" presId="urn:microsoft.com/office/officeart/2005/8/layout/vList2"/>
    <dgm:cxn modelId="{91D2604A-74EB-49A3-9554-5C012E0DF890}" type="presOf" srcId="{69CD6560-0DB3-4693-B011-6AF604787C8C}" destId="{E65B6220-E16B-479B-B95B-0555D341B17E}" srcOrd="0" destOrd="0" presId="urn:microsoft.com/office/officeart/2005/8/layout/vList2"/>
    <dgm:cxn modelId="{4B0E7A4D-6B2C-4CCD-9691-EBC6CC2AC39C}" type="presOf" srcId="{6C38C612-FE22-4304-8705-30BB4AB1D512}" destId="{1EFFFF34-D33F-4108-AFEB-2370808F5ABB}" srcOrd="0" destOrd="2" presId="urn:microsoft.com/office/officeart/2005/8/layout/vList2"/>
    <dgm:cxn modelId="{22BCA558-07E1-46EE-8B8A-B1C9A3406ACE}" type="presOf" srcId="{689EF472-D46D-41DB-A4C2-DFFC2C83563B}" destId="{FB154DBB-F794-4256-B314-F36E6E4C8ED1}" srcOrd="0" destOrd="0" presId="urn:microsoft.com/office/officeart/2005/8/layout/vList2"/>
    <dgm:cxn modelId="{8643947F-30FD-4C22-BDEC-D16E694332B5}" type="presOf" srcId="{9E7D457A-5DB7-41DE-A222-459F12AD1114}" destId="{B29F7F75-F44C-4BF2-BAB9-017298A09D03}" srcOrd="0" destOrd="0" presId="urn:microsoft.com/office/officeart/2005/8/layout/vList2"/>
    <dgm:cxn modelId="{5D26A09B-8EBF-425E-8886-6BCBD784FF94}" srcId="{E7B78063-9226-4E88-8553-54170EE8F34D}" destId="{81F1367F-0808-4822-BE8F-2FB0A3EFB5F9}" srcOrd="1" destOrd="0" parTransId="{F80D5872-4B4B-4495-9A6E-9EE4F0F4FD34}" sibTransId="{FE186BE2-EC98-4468-BB50-65839A580CA7}"/>
    <dgm:cxn modelId="{90A05EAA-B321-409E-89D1-E731C25DA5F8}" srcId="{E7B78063-9226-4E88-8553-54170EE8F34D}" destId="{8CD3AFA3-393D-4CE7-B371-46338B160D78}" srcOrd="3" destOrd="0" parTransId="{801A8DB6-EA6F-4461-B582-DCF85CD8BD8D}" sibTransId="{9741EBCB-BBD2-4FF2-8B50-066AF1CD61C6}"/>
    <dgm:cxn modelId="{B21630AF-3228-49A2-98FE-0DCB38A19B89}" type="presOf" srcId="{628229F4-4AC2-4168-9D41-0FEFF23E1229}" destId="{E28EC1C5-0A8A-431B-B5E8-B35FA2188117}" srcOrd="0" destOrd="2" presId="urn:microsoft.com/office/officeart/2005/8/layout/vList2"/>
    <dgm:cxn modelId="{8DCE6DB2-6904-40A5-BBC5-02DD581B0793}" type="presOf" srcId="{E7B78063-9226-4E88-8553-54170EE8F34D}" destId="{EDD7E7C9-8BB7-4B5D-A2D3-E01C37012C26}" srcOrd="0" destOrd="0" presId="urn:microsoft.com/office/officeart/2005/8/layout/vList2"/>
    <dgm:cxn modelId="{5D8F3CB9-04FA-474E-B531-04282B8F03E8}" type="presOf" srcId="{94D7503D-B182-4749-AA15-E711FFD99C6C}" destId="{E28EC1C5-0A8A-431B-B5E8-B35FA2188117}" srcOrd="0" destOrd="1" presId="urn:microsoft.com/office/officeart/2005/8/layout/vList2"/>
    <dgm:cxn modelId="{3834DEBA-8A56-4B54-ADE6-3B5FA6CA851F}" srcId="{E7B78063-9226-4E88-8553-54170EE8F34D}" destId="{89701925-CDA1-442F-96D2-1529B1E6CA14}" srcOrd="0" destOrd="0" parTransId="{AB1449A5-43F2-4FA8-981B-EFA7C65C215B}" sibTransId="{F28D814F-92DF-4C29-9FA6-A65EBD73CEFD}"/>
    <dgm:cxn modelId="{87A685C7-0772-4CCF-AA0D-778402AB4F69}" srcId="{69CD6560-0DB3-4693-B011-6AF604787C8C}" destId="{628229F4-4AC2-4168-9D41-0FEFF23E1229}" srcOrd="2" destOrd="0" parTransId="{B4BFA3B1-808F-4DB4-91AC-E390F258EB7E}" sibTransId="{2D458667-EF77-4E0D-BFBB-D8DCFE1AB8C3}"/>
    <dgm:cxn modelId="{1C93DACA-DA1A-41B6-B851-DE4EB5766C50}" srcId="{689EF472-D46D-41DB-A4C2-DFFC2C83563B}" destId="{D13AD74E-E0BF-4350-9642-F140312C02D1}" srcOrd="1" destOrd="0" parTransId="{CD4FDF33-894C-48FA-AA35-76F6CBABC9B0}" sibTransId="{B2642051-EAA3-461C-89F0-D92F6FC12BBE}"/>
    <dgm:cxn modelId="{5C7A42D3-2EA3-415E-8792-F828A1068A5C}" type="presOf" srcId="{7C4FDF83-BC23-4779-9069-75B8BDB8BD1B}" destId="{30D1DC9B-9603-487D-BCCF-C69D089DBC69}" srcOrd="0" destOrd="0" presId="urn:microsoft.com/office/officeart/2005/8/layout/vList2"/>
    <dgm:cxn modelId="{85FDA8D7-29BC-4C21-84D0-B78EF237E395}" srcId="{689EF472-D46D-41DB-A4C2-DFFC2C83563B}" destId="{9E7D457A-5DB7-41DE-A222-459F12AD1114}" srcOrd="0" destOrd="0" parTransId="{C43FE3DA-CAED-46D8-89DB-508262DA8D81}" sibTransId="{FA8A15E3-2D43-4078-A891-96D15700BB6A}"/>
    <dgm:cxn modelId="{0D9518D9-3396-412A-A3AC-7254A223177F}" srcId="{69CD6560-0DB3-4693-B011-6AF604787C8C}" destId="{65CC3C4A-4147-4F0C-ABB6-F651313D764A}" srcOrd="0" destOrd="0" parTransId="{28A04ECB-61B6-48D1-AFE3-E01DAA590665}" sibTransId="{E7DA4F92-57C5-4F88-968E-3C2140ABA5E6}"/>
    <dgm:cxn modelId="{71152EFF-2C5B-4785-9BD2-758F5933E419}" srcId="{7C4FDF83-BC23-4779-9069-75B8BDB8BD1B}" destId="{69CD6560-0DB3-4693-B011-6AF604787C8C}" srcOrd="2" destOrd="0" parTransId="{77976DC9-D861-4178-AAF2-B79EC3453591}" sibTransId="{500EFBC6-DFA1-4FEF-957D-504A2DAC53FF}"/>
    <dgm:cxn modelId="{E2339AFF-9061-4F8E-8998-B35F8F2ED13B}" type="presOf" srcId="{D13AD74E-E0BF-4350-9642-F140312C02D1}" destId="{B29F7F75-F44C-4BF2-BAB9-017298A09D03}" srcOrd="0" destOrd="1" presId="urn:microsoft.com/office/officeart/2005/8/layout/vList2"/>
    <dgm:cxn modelId="{E6F8C5E1-1CB8-4D38-9847-D680E4F7BE36}" type="presParOf" srcId="{30D1DC9B-9603-487D-BCCF-C69D089DBC69}" destId="{FB154DBB-F794-4256-B314-F36E6E4C8ED1}" srcOrd="0" destOrd="0" presId="urn:microsoft.com/office/officeart/2005/8/layout/vList2"/>
    <dgm:cxn modelId="{290D69F9-5678-41D0-8701-48B95A28A76B}" type="presParOf" srcId="{30D1DC9B-9603-487D-BCCF-C69D089DBC69}" destId="{B29F7F75-F44C-4BF2-BAB9-017298A09D03}" srcOrd="1" destOrd="0" presId="urn:microsoft.com/office/officeart/2005/8/layout/vList2"/>
    <dgm:cxn modelId="{225AA8D2-7443-4A4E-98AE-74596B7760F5}" type="presParOf" srcId="{30D1DC9B-9603-487D-BCCF-C69D089DBC69}" destId="{EDD7E7C9-8BB7-4B5D-A2D3-E01C37012C26}" srcOrd="2" destOrd="0" presId="urn:microsoft.com/office/officeart/2005/8/layout/vList2"/>
    <dgm:cxn modelId="{B536FFB8-9035-49CC-813B-90F578F1326D}" type="presParOf" srcId="{30D1DC9B-9603-487D-BCCF-C69D089DBC69}" destId="{1EFFFF34-D33F-4108-AFEB-2370808F5ABB}" srcOrd="3" destOrd="0" presId="urn:microsoft.com/office/officeart/2005/8/layout/vList2"/>
    <dgm:cxn modelId="{F989D5C0-F3BC-45DA-B3C6-FFF03EE3E41C}" type="presParOf" srcId="{30D1DC9B-9603-487D-BCCF-C69D089DBC69}" destId="{E65B6220-E16B-479B-B95B-0555D341B17E}" srcOrd="4" destOrd="0" presId="urn:microsoft.com/office/officeart/2005/8/layout/vList2"/>
    <dgm:cxn modelId="{D1F34818-F160-43F4-A931-439BC2930353}" type="presParOf" srcId="{30D1DC9B-9603-487D-BCCF-C69D089DBC69}" destId="{E28EC1C5-0A8A-431B-B5E8-B35FA218811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BDCF0F-7826-45C0-8CBA-4844DEB56A0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27947A-4B1E-4177-B866-3E00DB855F8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Implement Degradation Model (ML Model 2)</a:t>
          </a:r>
          <a:endParaRPr lang="en-US"/>
        </a:p>
      </dgm:t>
    </dgm:pt>
    <dgm:pt modelId="{901B2E60-8756-4FA8-B359-8D2FDC02BB5D}" type="parTrans" cxnId="{F752E010-30FA-4EC2-865F-B126F2F46B56}">
      <dgm:prSet/>
      <dgm:spPr/>
      <dgm:t>
        <a:bodyPr/>
        <a:lstStyle/>
        <a:p>
          <a:endParaRPr lang="en-US"/>
        </a:p>
      </dgm:t>
    </dgm:pt>
    <dgm:pt modelId="{64020D8B-9E33-432A-8615-9EA4E33B5FCB}" type="sibTrans" cxnId="{F752E010-30FA-4EC2-865F-B126F2F46B56}">
      <dgm:prSet/>
      <dgm:spPr/>
      <dgm:t>
        <a:bodyPr/>
        <a:lstStyle/>
        <a:p>
          <a:endParaRPr lang="en-US"/>
        </a:p>
      </dgm:t>
    </dgm:pt>
    <dgm:pt modelId="{31A20C14-BB2D-4EBE-94AA-250E85071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LSTM-Based RUL Prediction Model (ML Model 3)</a:t>
          </a:r>
        </a:p>
      </dgm:t>
    </dgm:pt>
    <dgm:pt modelId="{5CC20C0C-20D6-4A83-8DA4-00C6E5BA20A2}" type="parTrans" cxnId="{23C4D163-AE10-4A9F-B33D-DB0E4EDB699C}">
      <dgm:prSet/>
      <dgm:spPr/>
      <dgm:t>
        <a:bodyPr/>
        <a:lstStyle/>
        <a:p>
          <a:endParaRPr lang="en-US"/>
        </a:p>
      </dgm:t>
    </dgm:pt>
    <dgm:pt modelId="{5D8A058C-284F-4026-B507-55FCC36D7F08}" type="sibTrans" cxnId="{23C4D163-AE10-4A9F-B33D-DB0E4EDB699C}">
      <dgm:prSet/>
      <dgm:spPr/>
      <dgm:t>
        <a:bodyPr/>
        <a:lstStyle/>
        <a:p>
          <a:endParaRPr lang="en-US"/>
        </a:p>
      </dgm:t>
    </dgm:pt>
    <dgm:pt modelId="{9EE2DF94-9B51-4206-A894-0DDA3DABA3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Digital Twin with ML Models</a:t>
          </a:r>
        </a:p>
      </dgm:t>
    </dgm:pt>
    <dgm:pt modelId="{B5A5F620-BC8E-4C4B-920D-C372A1E09315}" type="parTrans" cxnId="{33E4B964-C8C9-4A8E-A970-6A63B09895EB}">
      <dgm:prSet/>
      <dgm:spPr/>
      <dgm:t>
        <a:bodyPr/>
        <a:lstStyle/>
        <a:p>
          <a:endParaRPr lang="en-US"/>
        </a:p>
      </dgm:t>
    </dgm:pt>
    <dgm:pt modelId="{8B7E5E27-2DD0-4BD8-8156-6A1C29D7DAFB}" type="sibTrans" cxnId="{33E4B964-C8C9-4A8E-A970-6A63B09895EB}">
      <dgm:prSet/>
      <dgm:spPr/>
      <dgm:t>
        <a:bodyPr/>
        <a:lstStyle/>
        <a:p>
          <a:endParaRPr lang="en-US"/>
        </a:p>
      </dgm:t>
    </dgm:pt>
    <dgm:pt modelId="{158220D2-B434-49FE-89AB-C2DF68A3BB7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Build Interactive Dashboard</a:t>
          </a:r>
          <a:endParaRPr lang="en-US"/>
        </a:p>
      </dgm:t>
    </dgm:pt>
    <dgm:pt modelId="{70FF0760-89B8-4026-A000-AB949BE9B8E8}" type="parTrans" cxnId="{34B45741-4032-44E3-A3A4-6728DB66C2FF}">
      <dgm:prSet/>
      <dgm:spPr/>
      <dgm:t>
        <a:bodyPr/>
        <a:lstStyle/>
        <a:p>
          <a:endParaRPr lang="en-US"/>
        </a:p>
      </dgm:t>
    </dgm:pt>
    <dgm:pt modelId="{57BD9F97-AD11-49A5-9A3C-CE4D1BD3C89A}" type="sibTrans" cxnId="{34B45741-4032-44E3-A3A4-6728DB66C2FF}">
      <dgm:prSet/>
      <dgm:spPr/>
      <dgm:t>
        <a:bodyPr/>
        <a:lstStyle/>
        <a:p>
          <a:endParaRPr lang="en-US"/>
        </a:p>
      </dgm:t>
    </dgm:pt>
    <dgm:pt modelId="{1704CC99-21C8-4374-81C4-DB78363AC0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Full End-to-End Predictive Maintenance Digital Twin</a:t>
          </a:r>
        </a:p>
      </dgm:t>
    </dgm:pt>
    <dgm:pt modelId="{14901EE7-34A1-4522-A94B-655B62E9880C}" type="parTrans" cxnId="{D740C9BF-0B4A-4F51-A569-E31DF6A8CF94}">
      <dgm:prSet/>
      <dgm:spPr/>
      <dgm:t>
        <a:bodyPr/>
        <a:lstStyle/>
        <a:p>
          <a:endParaRPr lang="en-US"/>
        </a:p>
      </dgm:t>
    </dgm:pt>
    <dgm:pt modelId="{25279625-AC17-4348-9E1F-A4F2D70618E0}" type="sibTrans" cxnId="{D740C9BF-0B4A-4F51-A569-E31DF6A8CF94}">
      <dgm:prSet/>
      <dgm:spPr/>
      <dgm:t>
        <a:bodyPr/>
        <a:lstStyle/>
        <a:p>
          <a:endParaRPr lang="en-US"/>
        </a:p>
      </dgm:t>
    </dgm:pt>
    <dgm:pt modelId="{8A627960-69F0-409E-B0D3-4C39F84D2E47}" type="pres">
      <dgm:prSet presAssocID="{D0BDCF0F-7826-45C0-8CBA-4844DEB56A0D}" presName="root" presStyleCnt="0">
        <dgm:presLayoutVars>
          <dgm:dir/>
          <dgm:resizeHandles val="exact"/>
        </dgm:presLayoutVars>
      </dgm:prSet>
      <dgm:spPr/>
    </dgm:pt>
    <dgm:pt modelId="{1DD059DD-22A7-458E-ADE2-711E1C026CCB}" type="pres">
      <dgm:prSet presAssocID="{3427947A-4B1E-4177-B866-3E00DB855F8B}" presName="compNode" presStyleCnt="0"/>
      <dgm:spPr/>
    </dgm:pt>
    <dgm:pt modelId="{FEA3348C-A314-4480-B5A8-BD806BD91E81}" type="pres">
      <dgm:prSet presAssocID="{3427947A-4B1E-4177-B866-3E00DB855F8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3A4D272-6682-49E7-9D22-F0A23FEB4C87}" type="pres">
      <dgm:prSet presAssocID="{3427947A-4B1E-4177-B866-3E00DB855F8B}" presName="spaceRect" presStyleCnt="0"/>
      <dgm:spPr/>
    </dgm:pt>
    <dgm:pt modelId="{5F50B4DE-FE2A-4B46-9D10-3F5454DCC438}" type="pres">
      <dgm:prSet presAssocID="{3427947A-4B1E-4177-B866-3E00DB855F8B}" presName="textRect" presStyleLbl="revTx" presStyleIdx="0" presStyleCnt="5">
        <dgm:presLayoutVars>
          <dgm:chMax val="1"/>
          <dgm:chPref val="1"/>
        </dgm:presLayoutVars>
      </dgm:prSet>
      <dgm:spPr/>
    </dgm:pt>
    <dgm:pt modelId="{A240211E-99D7-4D6A-A0B4-0377EA96EB5B}" type="pres">
      <dgm:prSet presAssocID="{64020D8B-9E33-432A-8615-9EA4E33B5FCB}" presName="sibTrans" presStyleCnt="0"/>
      <dgm:spPr/>
    </dgm:pt>
    <dgm:pt modelId="{7267B849-9D4E-4038-B511-1B2AF35B2AB6}" type="pres">
      <dgm:prSet presAssocID="{31A20C14-BB2D-4EBE-94AA-250E85071D56}" presName="compNode" presStyleCnt="0"/>
      <dgm:spPr/>
    </dgm:pt>
    <dgm:pt modelId="{10DE491E-8972-4803-84FC-7B8F89F24E13}" type="pres">
      <dgm:prSet presAssocID="{31A20C14-BB2D-4EBE-94AA-250E85071D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1412BC4-0F1E-453D-9A65-61E771D98C63}" type="pres">
      <dgm:prSet presAssocID="{31A20C14-BB2D-4EBE-94AA-250E85071D56}" presName="spaceRect" presStyleCnt="0"/>
      <dgm:spPr/>
    </dgm:pt>
    <dgm:pt modelId="{6ACEB6EF-C8A1-4F70-BB43-1AEE49D087EB}" type="pres">
      <dgm:prSet presAssocID="{31A20C14-BB2D-4EBE-94AA-250E85071D56}" presName="textRect" presStyleLbl="revTx" presStyleIdx="1" presStyleCnt="5">
        <dgm:presLayoutVars>
          <dgm:chMax val="1"/>
          <dgm:chPref val="1"/>
        </dgm:presLayoutVars>
      </dgm:prSet>
      <dgm:spPr/>
    </dgm:pt>
    <dgm:pt modelId="{8F04554B-E719-4188-8192-96E59C0D0021}" type="pres">
      <dgm:prSet presAssocID="{5D8A058C-284F-4026-B507-55FCC36D7F08}" presName="sibTrans" presStyleCnt="0"/>
      <dgm:spPr/>
    </dgm:pt>
    <dgm:pt modelId="{A9AFB41F-431E-4F58-975A-5556BE173E6E}" type="pres">
      <dgm:prSet presAssocID="{9EE2DF94-9B51-4206-A894-0DDA3DABA3FA}" presName="compNode" presStyleCnt="0"/>
      <dgm:spPr/>
    </dgm:pt>
    <dgm:pt modelId="{454989E5-A0AA-4476-96D9-2C1890D33788}" type="pres">
      <dgm:prSet presAssocID="{9EE2DF94-9B51-4206-A894-0DDA3DABA3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E8C5F9CA-18B2-432B-8CD8-5A568321C587}" type="pres">
      <dgm:prSet presAssocID="{9EE2DF94-9B51-4206-A894-0DDA3DABA3FA}" presName="spaceRect" presStyleCnt="0"/>
      <dgm:spPr/>
    </dgm:pt>
    <dgm:pt modelId="{F86E1F45-166D-4811-93E6-BC005A8CE0EC}" type="pres">
      <dgm:prSet presAssocID="{9EE2DF94-9B51-4206-A894-0DDA3DABA3FA}" presName="textRect" presStyleLbl="revTx" presStyleIdx="2" presStyleCnt="5">
        <dgm:presLayoutVars>
          <dgm:chMax val="1"/>
          <dgm:chPref val="1"/>
        </dgm:presLayoutVars>
      </dgm:prSet>
      <dgm:spPr/>
    </dgm:pt>
    <dgm:pt modelId="{B6F9EFD8-F2E0-42DB-94DC-B9C525A48AC4}" type="pres">
      <dgm:prSet presAssocID="{8B7E5E27-2DD0-4BD8-8156-6A1C29D7DAFB}" presName="sibTrans" presStyleCnt="0"/>
      <dgm:spPr/>
    </dgm:pt>
    <dgm:pt modelId="{5D1B8CC8-5904-40B0-98C0-A35EC9377BE5}" type="pres">
      <dgm:prSet presAssocID="{158220D2-B434-49FE-89AB-C2DF68A3BB72}" presName="compNode" presStyleCnt="0"/>
      <dgm:spPr/>
    </dgm:pt>
    <dgm:pt modelId="{EECE0575-0523-4B8B-B3EF-61541702827D}" type="pres">
      <dgm:prSet presAssocID="{158220D2-B434-49FE-89AB-C2DF68A3BB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C33FCBB-4512-45BB-B453-48A3C5107DB4}" type="pres">
      <dgm:prSet presAssocID="{158220D2-B434-49FE-89AB-C2DF68A3BB72}" presName="spaceRect" presStyleCnt="0"/>
      <dgm:spPr/>
    </dgm:pt>
    <dgm:pt modelId="{95FAA4CC-A45B-4343-97E5-B713118D8A05}" type="pres">
      <dgm:prSet presAssocID="{158220D2-B434-49FE-89AB-C2DF68A3BB72}" presName="textRect" presStyleLbl="revTx" presStyleIdx="3" presStyleCnt="5">
        <dgm:presLayoutVars>
          <dgm:chMax val="1"/>
          <dgm:chPref val="1"/>
        </dgm:presLayoutVars>
      </dgm:prSet>
      <dgm:spPr/>
    </dgm:pt>
    <dgm:pt modelId="{8CF8491D-8BA1-4A7B-8D18-C1B7526D6353}" type="pres">
      <dgm:prSet presAssocID="{57BD9F97-AD11-49A5-9A3C-CE4D1BD3C89A}" presName="sibTrans" presStyleCnt="0"/>
      <dgm:spPr/>
    </dgm:pt>
    <dgm:pt modelId="{CDFA2E24-24DF-4AAC-A1D7-51BD05C07CD5}" type="pres">
      <dgm:prSet presAssocID="{1704CC99-21C8-4374-81C4-DB78363AC005}" presName="compNode" presStyleCnt="0"/>
      <dgm:spPr/>
    </dgm:pt>
    <dgm:pt modelId="{61777E63-9C54-4D88-BDD1-924DAA0080A5}" type="pres">
      <dgm:prSet presAssocID="{1704CC99-21C8-4374-81C4-DB78363AC0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059FA0B0-76AC-40DA-8FBF-83B4CF117203}" type="pres">
      <dgm:prSet presAssocID="{1704CC99-21C8-4374-81C4-DB78363AC005}" presName="spaceRect" presStyleCnt="0"/>
      <dgm:spPr/>
    </dgm:pt>
    <dgm:pt modelId="{08146F3C-194C-4F29-8413-820D46D80EB3}" type="pres">
      <dgm:prSet presAssocID="{1704CC99-21C8-4374-81C4-DB78363AC00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752E010-30FA-4EC2-865F-B126F2F46B56}" srcId="{D0BDCF0F-7826-45C0-8CBA-4844DEB56A0D}" destId="{3427947A-4B1E-4177-B866-3E00DB855F8B}" srcOrd="0" destOrd="0" parTransId="{901B2E60-8756-4FA8-B359-8D2FDC02BB5D}" sibTransId="{64020D8B-9E33-432A-8615-9EA4E33B5FCB}"/>
    <dgm:cxn modelId="{020E641D-80C2-457B-9201-503883793176}" type="presOf" srcId="{9EE2DF94-9B51-4206-A894-0DDA3DABA3FA}" destId="{F86E1F45-166D-4811-93E6-BC005A8CE0EC}" srcOrd="0" destOrd="0" presId="urn:microsoft.com/office/officeart/2018/2/layout/IconLabelList"/>
    <dgm:cxn modelId="{89DA4E1D-D450-4808-9C11-D4379E6FC6D4}" type="presOf" srcId="{D0BDCF0F-7826-45C0-8CBA-4844DEB56A0D}" destId="{8A627960-69F0-409E-B0D3-4C39F84D2E47}" srcOrd="0" destOrd="0" presId="urn:microsoft.com/office/officeart/2018/2/layout/IconLabelList"/>
    <dgm:cxn modelId="{00A3D231-59D1-4EB7-B4AC-D8175342B127}" type="presOf" srcId="{158220D2-B434-49FE-89AB-C2DF68A3BB72}" destId="{95FAA4CC-A45B-4343-97E5-B713118D8A05}" srcOrd="0" destOrd="0" presId="urn:microsoft.com/office/officeart/2018/2/layout/IconLabelList"/>
    <dgm:cxn modelId="{34B45741-4032-44E3-A3A4-6728DB66C2FF}" srcId="{D0BDCF0F-7826-45C0-8CBA-4844DEB56A0D}" destId="{158220D2-B434-49FE-89AB-C2DF68A3BB72}" srcOrd="3" destOrd="0" parTransId="{70FF0760-89B8-4026-A000-AB949BE9B8E8}" sibTransId="{57BD9F97-AD11-49A5-9A3C-CE4D1BD3C89A}"/>
    <dgm:cxn modelId="{23C4D163-AE10-4A9F-B33D-DB0E4EDB699C}" srcId="{D0BDCF0F-7826-45C0-8CBA-4844DEB56A0D}" destId="{31A20C14-BB2D-4EBE-94AA-250E85071D56}" srcOrd="1" destOrd="0" parTransId="{5CC20C0C-20D6-4A83-8DA4-00C6E5BA20A2}" sibTransId="{5D8A058C-284F-4026-B507-55FCC36D7F08}"/>
    <dgm:cxn modelId="{33E4B964-C8C9-4A8E-A970-6A63B09895EB}" srcId="{D0BDCF0F-7826-45C0-8CBA-4844DEB56A0D}" destId="{9EE2DF94-9B51-4206-A894-0DDA3DABA3FA}" srcOrd="2" destOrd="0" parTransId="{B5A5F620-BC8E-4C4B-920D-C372A1E09315}" sibTransId="{8B7E5E27-2DD0-4BD8-8156-6A1C29D7DAFB}"/>
    <dgm:cxn modelId="{5516A669-CA66-42BF-A194-9BCDC0632269}" type="presOf" srcId="{31A20C14-BB2D-4EBE-94AA-250E85071D56}" destId="{6ACEB6EF-C8A1-4F70-BB43-1AEE49D087EB}" srcOrd="0" destOrd="0" presId="urn:microsoft.com/office/officeart/2018/2/layout/IconLabelList"/>
    <dgm:cxn modelId="{80E889B2-6DB7-4805-987B-48519CC98E2D}" type="presOf" srcId="{1704CC99-21C8-4374-81C4-DB78363AC005}" destId="{08146F3C-194C-4F29-8413-820D46D80EB3}" srcOrd="0" destOrd="0" presId="urn:microsoft.com/office/officeart/2018/2/layout/IconLabelList"/>
    <dgm:cxn modelId="{D740C9BF-0B4A-4F51-A569-E31DF6A8CF94}" srcId="{D0BDCF0F-7826-45C0-8CBA-4844DEB56A0D}" destId="{1704CC99-21C8-4374-81C4-DB78363AC005}" srcOrd="4" destOrd="0" parTransId="{14901EE7-34A1-4522-A94B-655B62E9880C}" sibTransId="{25279625-AC17-4348-9E1F-A4F2D70618E0}"/>
    <dgm:cxn modelId="{9A659AF8-411B-4A1F-B0B0-E0C1EFDF27AE}" type="presOf" srcId="{3427947A-4B1E-4177-B866-3E00DB855F8B}" destId="{5F50B4DE-FE2A-4B46-9D10-3F5454DCC438}" srcOrd="0" destOrd="0" presId="urn:microsoft.com/office/officeart/2018/2/layout/IconLabelList"/>
    <dgm:cxn modelId="{D3579EFF-A428-403C-B66E-27507A7F126C}" type="presParOf" srcId="{8A627960-69F0-409E-B0D3-4C39F84D2E47}" destId="{1DD059DD-22A7-458E-ADE2-711E1C026CCB}" srcOrd="0" destOrd="0" presId="urn:microsoft.com/office/officeart/2018/2/layout/IconLabelList"/>
    <dgm:cxn modelId="{7EAEDB57-A34C-4B70-9DAE-B0AE3D08B83D}" type="presParOf" srcId="{1DD059DD-22A7-458E-ADE2-711E1C026CCB}" destId="{FEA3348C-A314-4480-B5A8-BD806BD91E81}" srcOrd="0" destOrd="0" presId="urn:microsoft.com/office/officeart/2018/2/layout/IconLabelList"/>
    <dgm:cxn modelId="{00967078-A1BE-4F80-86A1-7CEAF2F8FE87}" type="presParOf" srcId="{1DD059DD-22A7-458E-ADE2-711E1C026CCB}" destId="{13A4D272-6682-49E7-9D22-F0A23FEB4C87}" srcOrd="1" destOrd="0" presId="urn:microsoft.com/office/officeart/2018/2/layout/IconLabelList"/>
    <dgm:cxn modelId="{98A91FCB-C3B4-4E48-A744-527246DB338E}" type="presParOf" srcId="{1DD059DD-22A7-458E-ADE2-711E1C026CCB}" destId="{5F50B4DE-FE2A-4B46-9D10-3F5454DCC438}" srcOrd="2" destOrd="0" presId="urn:microsoft.com/office/officeart/2018/2/layout/IconLabelList"/>
    <dgm:cxn modelId="{BE10E642-EC4A-4EEC-A08B-837B2BDA2024}" type="presParOf" srcId="{8A627960-69F0-409E-B0D3-4C39F84D2E47}" destId="{A240211E-99D7-4D6A-A0B4-0377EA96EB5B}" srcOrd="1" destOrd="0" presId="urn:microsoft.com/office/officeart/2018/2/layout/IconLabelList"/>
    <dgm:cxn modelId="{D0930099-8C80-4C9A-B339-D5D284AABBF9}" type="presParOf" srcId="{8A627960-69F0-409E-B0D3-4C39F84D2E47}" destId="{7267B849-9D4E-4038-B511-1B2AF35B2AB6}" srcOrd="2" destOrd="0" presId="urn:microsoft.com/office/officeart/2018/2/layout/IconLabelList"/>
    <dgm:cxn modelId="{B334F17B-09D1-46A6-A314-717A7A382C6D}" type="presParOf" srcId="{7267B849-9D4E-4038-B511-1B2AF35B2AB6}" destId="{10DE491E-8972-4803-84FC-7B8F89F24E13}" srcOrd="0" destOrd="0" presId="urn:microsoft.com/office/officeart/2018/2/layout/IconLabelList"/>
    <dgm:cxn modelId="{5D89A1E3-2EA5-4EF2-965B-22B497259158}" type="presParOf" srcId="{7267B849-9D4E-4038-B511-1B2AF35B2AB6}" destId="{01412BC4-0F1E-453D-9A65-61E771D98C63}" srcOrd="1" destOrd="0" presId="urn:microsoft.com/office/officeart/2018/2/layout/IconLabelList"/>
    <dgm:cxn modelId="{692BE3FE-1C7A-483D-858D-3CC778EEC1C8}" type="presParOf" srcId="{7267B849-9D4E-4038-B511-1B2AF35B2AB6}" destId="{6ACEB6EF-C8A1-4F70-BB43-1AEE49D087EB}" srcOrd="2" destOrd="0" presId="urn:microsoft.com/office/officeart/2018/2/layout/IconLabelList"/>
    <dgm:cxn modelId="{7360E5F4-A08B-49B3-8F19-7D7D9EBD8CDD}" type="presParOf" srcId="{8A627960-69F0-409E-B0D3-4C39F84D2E47}" destId="{8F04554B-E719-4188-8192-96E59C0D0021}" srcOrd="3" destOrd="0" presId="urn:microsoft.com/office/officeart/2018/2/layout/IconLabelList"/>
    <dgm:cxn modelId="{D436A866-8AAB-44CF-AB10-D40B94181050}" type="presParOf" srcId="{8A627960-69F0-409E-B0D3-4C39F84D2E47}" destId="{A9AFB41F-431E-4F58-975A-5556BE173E6E}" srcOrd="4" destOrd="0" presId="urn:microsoft.com/office/officeart/2018/2/layout/IconLabelList"/>
    <dgm:cxn modelId="{FFE48AA8-FAFD-4B41-835B-F65A309ED2C3}" type="presParOf" srcId="{A9AFB41F-431E-4F58-975A-5556BE173E6E}" destId="{454989E5-A0AA-4476-96D9-2C1890D33788}" srcOrd="0" destOrd="0" presId="urn:microsoft.com/office/officeart/2018/2/layout/IconLabelList"/>
    <dgm:cxn modelId="{3B4F0145-7586-419B-A82E-C42DC978EBBC}" type="presParOf" srcId="{A9AFB41F-431E-4F58-975A-5556BE173E6E}" destId="{E8C5F9CA-18B2-432B-8CD8-5A568321C587}" srcOrd="1" destOrd="0" presId="urn:microsoft.com/office/officeart/2018/2/layout/IconLabelList"/>
    <dgm:cxn modelId="{559BC6B3-5A9F-4DA8-B05A-45CF331BDB17}" type="presParOf" srcId="{A9AFB41F-431E-4F58-975A-5556BE173E6E}" destId="{F86E1F45-166D-4811-93E6-BC005A8CE0EC}" srcOrd="2" destOrd="0" presId="urn:microsoft.com/office/officeart/2018/2/layout/IconLabelList"/>
    <dgm:cxn modelId="{B3DF38E6-3EA0-4C2F-8702-629A6E588E81}" type="presParOf" srcId="{8A627960-69F0-409E-B0D3-4C39F84D2E47}" destId="{B6F9EFD8-F2E0-42DB-94DC-B9C525A48AC4}" srcOrd="5" destOrd="0" presId="urn:microsoft.com/office/officeart/2018/2/layout/IconLabelList"/>
    <dgm:cxn modelId="{78FF1EB3-9C84-46E7-9D33-F8C6F4DD2914}" type="presParOf" srcId="{8A627960-69F0-409E-B0D3-4C39F84D2E47}" destId="{5D1B8CC8-5904-40B0-98C0-A35EC9377BE5}" srcOrd="6" destOrd="0" presId="urn:microsoft.com/office/officeart/2018/2/layout/IconLabelList"/>
    <dgm:cxn modelId="{ED4B8467-E946-44EE-8FA3-5598512CED1E}" type="presParOf" srcId="{5D1B8CC8-5904-40B0-98C0-A35EC9377BE5}" destId="{EECE0575-0523-4B8B-B3EF-61541702827D}" srcOrd="0" destOrd="0" presId="urn:microsoft.com/office/officeart/2018/2/layout/IconLabelList"/>
    <dgm:cxn modelId="{89BF1C26-673F-44F9-8AB6-BF43D6B3CAA2}" type="presParOf" srcId="{5D1B8CC8-5904-40B0-98C0-A35EC9377BE5}" destId="{AC33FCBB-4512-45BB-B453-48A3C5107DB4}" srcOrd="1" destOrd="0" presId="urn:microsoft.com/office/officeart/2018/2/layout/IconLabelList"/>
    <dgm:cxn modelId="{D2E19FBA-E7CB-4D21-B16E-B3E713874BD8}" type="presParOf" srcId="{5D1B8CC8-5904-40B0-98C0-A35EC9377BE5}" destId="{95FAA4CC-A45B-4343-97E5-B713118D8A05}" srcOrd="2" destOrd="0" presId="urn:microsoft.com/office/officeart/2018/2/layout/IconLabelList"/>
    <dgm:cxn modelId="{B9C78D92-18AA-4650-9922-08B6FAF1CF65}" type="presParOf" srcId="{8A627960-69F0-409E-B0D3-4C39F84D2E47}" destId="{8CF8491D-8BA1-4A7B-8D18-C1B7526D6353}" srcOrd="7" destOrd="0" presId="urn:microsoft.com/office/officeart/2018/2/layout/IconLabelList"/>
    <dgm:cxn modelId="{538A7774-59CC-4588-A862-AB1DB79B4875}" type="presParOf" srcId="{8A627960-69F0-409E-B0D3-4C39F84D2E47}" destId="{CDFA2E24-24DF-4AAC-A1D7-51BD05C07CD5}" srcOrd="8" destOrd="0" presId="urn:microsoft.com/office/officeart/2018/2/layout/IconLabelList"/>
    <dgm:cxn modelId="{6837322B-ADA1-4BF6-BA2A-79D1A3D7D6B9}" type="presParOf" srcId="{CDFA2E24-24DF-4AAC-A1D7-51BD05C07CD5}" destId="{61777E63-9C54-4D88-BDD1-924DAA0080A5}" srcOrd="0" destOrd="0" presId="urn:microsoft.com/office/officeart/2018/2/layout/IconLabelList"/>
    <dgm:cxn modelId="{62D483D7-789E-4BA4-97EA-64FBC0C7438E}" type="presParOf" srcId="{CDFA2E24-24DF-4AAC-A1D7-51BD05C07CD5}" destId="{059FA0B0-76AC-40DA-8FBF-83B4CF117203}" srcOrd="1" destOrd="0" presId="urn:microsoft.com/office/officeart/2018/2/layout/IconLabelList"/>
    <dgm:cxn modelId="{414CEBA1-4327-4FE0-8696-819722E51CC6}" type="presParOf" srcId="{CDFA2E24-24DF-4AAC-A1D7-51BD05C07CD5}" destId="{08146F3C-194C-4F29-8413-820D46D80E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F7BD8-01F6-4E7E-BD46-1758FF5BD59A}">
      <dsp:nvSpPr>
        <dsp:cNvPr id="0" name=""/>
        <dsp:cNvSpPr/>
      </dsp:nvSpPr>
      <dsp:spPr>
        <a:xfrm rot="5400000">
          <a:off x="7000859" y="-3118634"/>
          <a:ext cx="448860" cy="68002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ML Model 1 learns base shaft parameters from dataset.</a:t>
          </a:r>
          <a:endParaRPr lang="en-US" sz="1500" kern="1200"/>
        </a:p>
      </dsp:txBody>
      <dsp:txXfrm rot="-5400000">
        <a:off x="3825153" y="78984"/>
        <a:ext cx="6778361" cy="405036"/>
      </dsp:txXfrm>
    </dsp:sp>
    <dsp:sp modelId="{56052831-BD47-4982-85BF-A111E14565D0}">
      <dsp:nvSpPr>
        <dsp:cNvPr id="0" name=""/>
        <dsp:cNvSpPr/>
      </dsp:nvSpPr>
      <dsp:spPr>
        <a:xfrm>
          <a:off x="0" y="963"/>
          <a:ext cx="3825153" cy="56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1. System Identification:</a:t>
          </a:r>
          <a:endParaRPr lang="en-US" sz="1900" kern="1200"/>
        </a:p>
      </dsp:txBody>
      <dsp:txXfrm>
        <a:off x="27389" y="28352"/>
        <a:ext cx="3770375" cy="506298"/>
      </dsp:txXfrm>
    </dsp:sp>
    <dsp:sp modelId="{9714DC26-A307-4AC9-93F4-9160BB494D48}">
      <dsp:nvSpPr>
        <dsp:cNvPr id="0" name=""/>
        <dsp:cNvSpPr/>
      </dsp:nvSpPr>
      <dsp:spPr>
        <a:xfrm rot="5400000">
          <a:off x="7000859" y="-2529505"/>
          <a:ext cx="448860" cy="68002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Simulink generates vibration signals under healthy &amp; faulty conditions.</a:t>
          </a:r>
          <a:endParaRPr lang="en-US" sz="1500" kern="1200"/>
        </a:p>
      </dsp:txBody>
      <dsp:txXfrm rot="-5400000">
        <a:off x="3825153" y="668113"/>
        <a:ext cx="6778361" cy="405036"/>
      </dsp:txXfrm>
    </dsp:sp>
    <dsp:sp modelId="{96646087-11C5-45E3-881E-003872230BB6}">
      <dsp:nvSpPr>
        <dsp:cNvPr id="0" name=""/>
        <dsp:cNvSpPr/>
      </dsp:nvSpPr>
      <dsp:spPr>
        <a:xfrm>
          <a:off x="0" y="590093"/>
          <a:ext cx="3825153" cy="56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2. Simulation:</a:t>
          </a:r>
          <a:endParaRPr lang="en-US" sz="1900" kern="1200"/>
        </a:p>
      </dsp:txBody>
      <dsp:txXfrm>
        <a:off x="27389" y="617482"/>
        <a:ext cx="3770375" cy="506298"/>
      </dsp:txXfrm>
    </dsp:sp>
    <dsp:sp modelId="{F90F7886-808B-4E4D-AEBB-6E351C31AF93}">
      <dsp:nvSpPr>
        <dsp:cNvPr id="0" name=""/>
        <dsp:cNvSpPr/>
      </dsp:nvSpPr>
      <dsp:spPr>
        <a:xfrm rot="5400000">
          <a:off x="7000859" y="-1940375"/>
          <a:ext cx="448860" cy="68002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Extract RMS, FFT peaks, crest factor, harmonics, etc.</a:t>
          </a:r>
          <a:endParaRPr lang="en-US" sz="1500" kern="1200"/>
        </a:p>
      </dsp:txBody>
      <dsp:txXfrm rot="-5400000">
        <a:off x="3825153" y="1257243"/>
        <a:ext cx="6778361" cy="405036"/>
      </dsp:txXfrm>
    </dsp:sp>
    <dsp:sp modelId="{DEC1ED81-77E8-435B-9EDD-F84B34B6AE13}">
      <dsp:nvSpPr>
        <dsp:cNvPr id="0" name=""/>
        <dsp:cNvSpPr/>
      </dsp:nvSpPr>
      <dsp:spPr>
        <a:xfrm>
          <a:off x="0" y="1179223"/>
          <a:ext cx="3825153" cy="56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3. Feature Extraction:</a:t>
          </a:r>
          <a:endParaRPr lang="en-US" sz="1900" kern="1200"/>
        </a:p>
      </dsp:txBody>
      <dsp:txXfrm>
        <a:off x="27389" y="1206612"/>
        <a:ext cx="3770375" cy="506298"/>
      </dsp:txXfrm>
    </dsp:sp>
    <dsp:sp modelId="{AB7E52C7-CC36-42F6-BA85-3AE10DBA3429}">
      <dsp:nvSpPr>
        <dsp:cNvPr id="0" name=""/>
        <dsp:cNvSpPr/>
      </dsp:nvSpPr>
      <dsp:spPr>
        <a:xfrm rot="5400000">
          <a:off x="7000859" y="-1351245"/>
          <a:ext cx="448860" cy="68002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Decision Tree used for baseline parameter estimation.</a:t>
          </a:r>
          <a:endParaRPr lang="en-US" sz="1500" kern="1200"/>
        </a:p>
      </dsp:txBody>
      <dsp:txXfrm rot="-5400000">
        <a:off x="3825153" y="1846373"/>
        <a:ext cx="6778361" cy="405036"/>
      </dsp:txXfrm>
    </dsp:sp>
    <dsp:sp modelId="{08C65C80-890E-4A96-9092-C4A9FFD7436E}">
      <dsp:nvSpPr>
        <dsp:cNvPr id="0" name=""/>
        <dsp:cNvSpPr/>
      </dsp:nvSpPr>
      <dsp:spPr>
        <a:xfrm>
          <a:off x="0" y="1768353"/>
          <a:ext cx="3825153" cy="56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4. Machine Learning (Phase 1):</a:t>
          </a:r>
          <a:endParaRPr lang="en-US" sz="1900" kern="1200"/>
        </a:p>
      </dsp:txBody>
      <dsp:txXfrm>
        <a:off x="27389" y="1795742"/>
        <a:ext cx="3770375" cy="506298"/>
      </dsp:txXfrm>
    </dsp:sp>
    <dsp:sp modelId="{DADC9B38-AEFB-44E7-9255-D8C0BC77A6D0}">
      <dsp:nvSpPr>
        <dsp:cNvPr id="0" name=""/>
        <dsp:cNvSpPr/>
      </dsp:nvSpPr>
      <dsp:spPr>
        <a:xfrm rot="5400000">
          <a:off x="7000859" y="-762115"/>
          <a:ext cx="448860" cy="68002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Degradation Model + LSTM RUL model + Dashboard.</a:t>
          </a:r>
          <a:endParaRPr lang="en-US" sz="1500" kern="1200"/>
        </a:p>
      </dsp:txBody>
      <dsp:txXfrm rot="-5400000">
        <a:off x="3825153" y="2435503"/>
        <a:ext cx="6778361" cy="405036"/>
      </dsp:txXfrm>
    </dsp:sp>
    <dsp:sp modelId="{EF5D040E-05AD-42E1-A81D-B3468143D185}">
      <dsp:nvSpPr>
        <dsp:cNvPr id="0" name=""/>
        <dsp:cNvSpPr/>
      </dsp:nvSpPr>
      <dsp:spPr>
        <a:xfrm>
          <a:off x="0" y="2357483"/>
          <a:ext cx="3825153" cy="56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5. Future Work:</a:t>
          </a:r>
          <a:endParaRPr lang="en-US" sz="1900" kern="1200"/>
        </a:p>
      </dsp:txBody>
      <dsp:txXfrm>
        <a:off x="27389" y="2384872"/>
        <a:ext cx="3770375" cy="506298"/>
      </dsp:txXfrm>
    </dsp:sp>
    <dsp:sp modelId="{BC7BB0D5-08A1-49FE-A3F0-9AD61C4FB217}">
      <dsp:nvSpPr>
        <dsp:cNvPr id="0" name=""/>
        <dsp:cNvSpPr/>
      </dsp:nvSpPr>
      <dsp:spPr>
        <a:xfrm rot="5400000">
          <a:off x="7000859" y="-172985"/>
          <a:ext cx="448860" cy="68002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Simulation → Features → Wear update → RUL → Next cycle.</a:t>
          </a:r>
          <a:endParaRPr lang="en-US" sz="1500" kern="1200"/>
        </a:p>
      </dsp:txBody>
      <dsp:txXfrm rot="-5400000">
        <a:off x="3825153" y="3024633"/>
        <a:ext cx="6778361" cy="405036"/>
      </dsp:txXfrm>
    </dsp:sp>
    <dsp:sp modelId="{A03195C8-00B0-450E-9C16-0B9160FDE9FA}">
      <dsp:nvSpPr>
        <dsp:cNvPr id="0" name=""/>
        <dsp:cNvSpPr/>
      </dsp:nvSpPr>
      <dsp:spPr>
        <a:xfrm>
          <a:off x="0" y="2946613"/>
          <a:ext cx="3825153" cy="5610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6. Feedback Loop:</a:t>
          </a:r>
          <a:endParaRPr lang="en-US" sz="1900" kern="1200"/>
        </a:p>
      </dsp:txBody>
      <dsp:txXfrm>
        <a:off x="27389" y="2974002"/>
        <a:ext cx="3770375" cy="506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31F0E-9C41-4FE2-8031-8AC5FF4565BA}">
      <dsp:nvSpPr>
        <dsp:cNvPr id="0" name=""/>
        <dsp:cNvSpPr/>
      </dsp:nvSpPr>
      <dsp:spPr>
        <a:xfrm>
          <a:off x="4240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The Digital Twin operates in a continuous loop that emulates real machine operation:</a:t>
          </a:r>
          <a:endParaRPr lang="en-US" sz="800" kern="1200"/>
        </a:p>
      </dsp:txBody>
      <dsp:txXfrm>
        <a:off x="22641" y="261217"/>
        <a:ext cx="1219731" cy="591464"/>
      </dsp:txXfrm>
    </dsp:sp>
    <dsp:sp modelId="{07B05F8C-C6DA-4664-96AE-69C50ADEB71A}">
      <dsp:nvSpPr>
        <dsp:cNvPr id="0" name=""/>
        <dsp:cNvSpPr/>
      </dsp:nvSpPr>
      <dsp:spPr>
        <a:xfrm>
          <a:off x="1574907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Initialization (Healthy State Setup)</a:t>
          </a:r>
          <a:endParaRPr lang="en-US" sz="800" kern="1200"/>
        </a:p>
      </dsp:txBody>
      <dsp:txXfrm>
        <a:off x="1593308" y="261217"/>
        <a:ext cx="1219731" cy="591464"/>
      </dsp:txXfrm>
    </dsp:sp>
    <dsp:sp modelId="{2B2AB853-45E4-44A1-8F83-8C2A64CC0CFC}">
      <dsp:nvSpPr>
        <dsp:cNvPr id="0" name=""/>
        <dsp:cNvSpPr/>
      </dsp:nvSpPr>
      <dsp:spPr>
        <a:xfrm>
          <a:off x="1700561" y="871083"/>
          <a:ext cx="125653" cy="471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00"/>
              </a:lnTo>
              <a:lnTo>
                <a:pt x="125653" y="4712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A0CD8-A2D7-4D62-928F-A3C6BD84B85C}">
      <dsp:nvSpPr>
        <dsp:cNvPr id="0" name=""/>
        <dsp:cNvSpPr/>
      </dsp:nvSpPr>
      <dsp:spPr>
        <a:xfrm>
          <a:off x="1826214" y="1028150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ML Model 1 analyzes historical vibration datasets</a:t>
          </a:r>
          <a:endParaRPr lang="en-US" sz="600" kern="1200"/>
        </a:p>
      </dsp:txBody>
      <dsp:txXfrm>
        <a:off x="1844615" y="1046551"/>
        <a:ext cx="968425" cy="591464"/>
      </dsp:txXfrm>
    </dsp:sp>
    <dsp:sp modelId="{6D3D0CF4-7718-4AA6-B5FE-52B9C0CDD1D0}">
      <dsp:nvSpPr>
        <dsp:cNvPr id="0" name=""/>
        <dsp:cNvSpPr/>
      </dsp:nvSpPr>
      <dsp:spPr>
        <a:xfrm>
          <a:off x="1700561" y="871083"/>
          <a:ext cx="125653" cy="1256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533"/>
              </a:lnTo>
              <a:lnTo>
                <a:pt x="125653" y="12565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2482B9-963B-4754-876B-C5CE62074958}">
      <dsp:nvSpPr>
        <dsp:cNvPr id="0" name=""/>
        <dsp:cNvSpPr/>
      </dsp:nvSpPr>
      <dsp:spPr>
        <a:xfrm>
          <a:off x="1826214" y="1813484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Learns optimal base parameters:</a:t>
          </a:r>
          <a:endParaRPr lang="en-US" sz="600" kern="120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500" kern="1200"/>
            <a:t>Spring = 500 N·m/rad</a:t>
          </a:r>
          <a:endParaRPr lang="en-US" sz="500" kern="120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500" kern="1200"/>
            <a:t>Damper = 0.50 N·m·s/rad</a:t>
          </a:r>
          <a:endParaRPr lang="en-US" sz="500" kern="120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500" kern="1200"/>
            <a:t>Inertia = 0.124 kg·m²</a:t>
          </a:r>
          <a:endParaRPr lang="en-US" sz="500" kern="1200"/>
        </a:p>
      </dsp:txBody>
      <dsp:txXfrm>
        <a:off x="1844615" y="1831885"/>
        <a:ext cx="968425" cy="591464"/>
      </dsp:txXfrm>
    </dsp:sp>
    <dsp:sp modelId="{95A653AC-5D05-48FC-9756-E50825A559CB}">
      <dsp:nvSpPr>
        <dsp:cNvPr id="0" name=""/>
        <dsp:cNvSpPr/>
      </dsp:nvSpPr>
      <dsp:spPr>
        <a:xfrm>
          <a:off x="1700561" y="871083"/>
          <a:ext cx="125653" cy="2041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867"/>
              </a:lnTo>
              <a:lnTo>
                <a:pt x="125653" y="204186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A13F1-98F1-4FA9-B2BA-82C70DEFC14E}">
      <dsp:nvSpPr>
        <dsp:cNvPr id="0" name=""/>
        <dsp:cNvSpPr/>
      </dsp:nvSpPr>
      <dsp:spPr>
        <a:xfrm>
          <a:off x="1826214" y="2598817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Environmental factors initialized (temperature, humidity, dust, environment type)</a:t>
          </a:r>
          <a:endParaRPr lang="en-US" sz="600" kern="1200"/>
        </a:p>
      </dsp:txBody>
      <dsp:txXfrm>
        <a:off x="1844615" y="2617218"/>
        <a:ext cx="968425" cy="591464"/>
      </dsp:txXfrm>
    </dsp:sp>
    <dsp:sp modelId="{4168684D-2252-4131-A360-92177ED783A1}">
      <dsp:nvSpPr>
        <dsp:cNvPr id="0" name=""/>
        <dsp:cNvSpPr/>
      </dsp:nvSpPr>
      <dsp:spPr>
        <a:xfrm>
          <a:off x="1700561" y="871083"/>
          <a:ext cx="125653" cy="2827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7201"/>
              </a:lnTo>
              <a:lnTo>
                <a:pt x="125653" y="28272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2CC34-CE24-4C6F-8E28-4104F3AD3A2D}">
      <dsp:nvSpPr>
        <dsp:cNvPr id="0" name=""/>
        <dsp:cNvSpPr/>
      </dsp:nvSpPr>
      <dsp:spPr>
        <a:xfrm>
          <a:off x="1826214" y="3384151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Historical database initialized</a:t>
          </a:r>
          <a:endParaRPr lang="en-US" sz="600" kern="1200"/>
        </a:p>
      </dsp:txBody>
      <dsp:txXfrm>
        <a:off x="1844615" y="3402552"/>
        <a:ext cx="968425" cy="591464"/>
      </dsp:txXfrm>
    </dsp:sp>
    <dsp:sp modelId="{54036301-9DD9-4A0F-8BD3-916179EED537}">
      <dsp:nvSpPr>
        <dsp:cNvPr id="0" name=""/>
        <dsp:cNvSpPr/>
      </dsp:nvSpPr>
      <dsp:spPr>
        <a:xfrm>
          <a:off x="3145575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Simulation Cycle (1 cycle = 1 simulated hour)</a:t>
          </a:r>
          <a:endParaRPr lang="en-US" sz="800" kern="1200"/>
        </a:p>
      </dsp:txBody>
      <dsp:txXfrm>
        <a:off x="3163976" y="261217"/>
        <a:ext cx="1219731" cy="591464"/>
      </dsp:txXfrm>
    </dsp:sp>
    <dsp:sp modelId="{477A5D37-83C5-44F5-8CA3-9A4D6453734C}">
      <dsp:nvSpPr>
        <dsp:cNvPr id="0" name=""/>
        <dsp:cNvSpPr/>
      </dsp:nvSpPr>
      <dsp:spPr>
        <a:xfrm>
          <a:off x="3271228" y="871083"/>
          <a:ext cx="125653" cy="471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00"/>
              </a:lnTo>
              <a:lnTo>
                <a:pt x="125653" y="4712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371C3B-8433-41E5-9CCA-D858F4561B2D}">
      <dsp:nvSpPr>
        <dsp:cNvPr id="0" name=""/>
        <dsp:cNvSpPr/>
      </dsp:nvSpPr>
      <dsp:spPr>
        <a:xfrm>
          <a:off x="3396882" y="1028150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Run Simulink shaft model using current parameters</a:t>
          </a:r>
          <a:endParaRPr lang="en-US" sz="600" kern="1200"/>
        </a:p>
      </dsp:txBody>
      <dsp:txXfrm>
        <a:off x="3415283" y="1046551"/>
        <a:ext cx="968425" cy="591464"/>
      </dsp:txXfrm>
    </dsp:sp>
    <dsp:sp modelId="{CB7CBEF1-3F63-49B4-A801-954938D8846A}">
      <dsp:nvSpPr>
        <dsp:cNvPr id="0" name=""/>
        <dsp:cNvSpPr/>
      </dsp:nvSpPr>
      <dsp:spPr>
        <a:xfrm>
          <a:off x="3271228" y="871083"/>
          <a:ext cx="125653" cy="1256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533"/>
              </a:lnTo>
              <a:lnTo>
                <a:pt x="125653" y="12565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D6168-9CC2-4A41-B23F-442091B12278}">
      <dsp:nvSpPr>
        <dsp:cNvPr id="0" name=""/>
        <dsp:cNvSpPr/>
      </dsp:nvSpPr>
      <dsp:spPr>
        <a:xfrm>
          <a:off x="3396882" y="1813484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Generate vibration signals (torque, velocity, displacement)</a:t>
          </a:r>
          <a:endParaRPr lang="en-US" sz="600" kern="1200"/>
        </a:p>
      </dsp:txBody>
      <dsp:txXfrm>
        <a:off x="3415283" y="1831885"/>
        <a:ext cx="968425" cy="591464"/>
      </dsp:txXfrm>
    </dsp:sp>
    <dsp:sp modelId="{36B82189-CD60-4297-883A-9A5B54BB6C30}">
      <dsp:nvSpPr>
        <dsp:cNvPr id="0" name=""/>
        <dsp:cNvSpPr/>
      </dsp:nvSpPr>
      <dsp:spPr>
        <a:xfrm>
          <a:off x="3271228" y="871083"/>
          <a:ext cx="125653" cy="2041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867"/>
              </a:lnTo>
              <a:lnTo>
                <a:pt x="125653" y="204186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F5CCB0-58D4-4945-A81A-65DB4C55CA8B}">
      <dsp:nvSpPr>
        <dsp:cNvPr id="0" name=""/>
        <dsp:cNvSpPr/>
      </dsp:nvSpPr>
      <dsp:spPr>
        <a:xfrm>
          <a:off x="3396882" y="2598817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Extract 12+ features (RMS, peak, crest factor, FFT peaks, band energies)</a:t>
          </a:r>
          <a:endParaRPr lang="en-US" sz="600" kern="1200"/>
        </a:p>
      </dsp:txBody>
      <dsp:txXfrm>
        <a:off x="3415283" y="2617218"/>
        <a:ext cx="968425" cy="591464"/>
      </dsp:txXfrm>
    </dsp:sp>
    <dsp:sp modelId="{B2B04C9E-5CC8-4D07-8C53-BE0AC4F2FE90}">
      <dsp:nvSpPr>
        <dsp:cNvPr id="0" name=""/>
        <dsp:cNvSpPr/>
      </dsp:nvSpPr>
      <dsp:spPr>
        <a:xfrm>
          <a:off x="4716242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Wear Update (Future Phase)</a:t>
          </a:r>
          <a:endParaRPr lang="en-US" sz="800" kern="1200"/>
        </a:p>
      </dsp:txBody>
      <dsp:txXfrm>
        <a:off x="4734643" y="261217"/>
        <a:ext cx="1219731" cy="591464"/>
      </dsp:txXfrm>
    </dsp:sp>
    <dsp:sp modelId="{4B11F813-9E48-4F36-8502-882D2361A379}">
      <dsp:nvSpPr>
        <dsp:cNvPr id="0" name=""/>
        <dsp:cNvSpPr/>
      </dsp:nvSpPr>
      <dsp:spPr>
        <a:xfrm>
          <a:off x="4841895" y="871083"/>
          <a:ext cx="125653" cy="471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00"/>
              </a:lnTo>
              <a:lnTo>
                <a:pt x="125653" y="4712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3BD93-6801-4CD5-881D-F5555D331C4D}">
      <dsp:nvSpPr>
        <dsp:cNvPr id="0" name=""/>
        <dsp:cNvSpPr/>
      </dsp:nvSpPr>
      <dsp:spPr>
        <a:xfrm>
          <a:off x="4967549" y="1028150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ML Model 2 calculates parameter degradation based on:</a:t>
          </a:r>
          <a:endParaRPr lang="en-US" sz="600" kern="120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500" kern="1200"/>
            <a:t>Operating conditions</a:t>
          </a:r>
          <a:endParaRPr lang="en-US" sz="500" kern="120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500" kern="1200"/>
            <a:t>Environmental conditions</a:t>
          </a:r>
          <a:endParaRPr lang="en-US" sz="500" kern="120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500" kern="1200"/>
            <a:t>Historical vibration trends</a:t>
          </a:r>
          <a:endParaRPr lang="en-US" sz="500" kern="1200"/>
        </a:p>
      </dsp:txBody>
      <dsp:txXfrm>
        <a:off x="4985950" y="1046551"/>
        <a:ext cx="968425" cy="591464"/>
      </dsp:txXfrm>
    </dsp:sp>
    <dsp:sp modelId="{E9DFA9E2-0DB8-4FA0-8712-DD25ED6A3537}">
      <dsp:nvSpPr>
        <dsp:cNvPr id="0" name=""/>
        <dsp:cNvSpPr/>
      </dsp:nvSpPr>
      <dsp:spPr>
        <a:xfrm>
          <a:off x="4841895" y="871083"/>
          <a:ext cx="125653" cy="1256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533"/>
              </a:lnTo>
              <a:lnTo>
                <a:pt x="125653" y="12565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8E55D0-99AE-49B9-8195-A4069CF6274D}">
      <dsp:nvSpPr>
        <dsp:cNvPr id="0" name=""/>
        <dsp:cNvSpPr/>
      </dsp:nvSpPr>
      <dsp:spPr>
        <a:xfrm>
          <a:off x="4967549" y="1813484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Produces updated parameters (e.g., spring stiffness ↓, damping ↑)</a:t>
          </a:r>
          <a:endParaRPr lang="en-US" sz="600" kern="1200"/>
        </a:p>
      </dsp:txBody>
      <dsp:txXfrm>
        <a:off x="4985950" y="1831885"/>
        <a:ext cx="968425" cy="591464"/>
      </dsp:txXfrm>
    </dsp:sp>
    <dsp:sp modelId="{014CED8F-064D-4046-8D72-1279C3DFC1FD}">
      <dsp:nvSpPr>
        <dsp:cNvPr id="0" name=""/>
        <dsp:cNvSpPr/>
      </dsp:nvSpPr>
      <dsp:spPr>
        <a:xfrm>
          <a:off x="6286909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RUL Prediction (Future Phase)</a:t>
          </a:r>
          <a:endParaRPr lang="en-US" sz="800" kern="1200"/>
        </a:p>
      </dsp:txBody>
      <dsp:txXfrm>
        <a:off x="6305310" y="261217"/>
        <a:ext cx="1219731" cy="591464"/>
      </dsp:txXfrm>
    </dsp:sp>
    <dsp:sp modelId="{BD90C6F0-E042-4EA8-BFBB-877F7EBCB9BF}">
      <dsp:nvSpPr>
        <dsp:cNvPr id="0" name=""/>
        <dsp:cNvSpPr/>
      </dsp:nvSpPr>
      <dsp:spPr>
        <a:xfrm>
          <a:off x="6412563" y="871083"/>
          <a:ext cx="125653" cy="471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00"/>
              </a:lnTo>
              <a:lnTo>
                <a:pt x="125653" y="4712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8D825D-F945-4ACC-8BBF-34D2273B24DD}">
      <dsp:nvSpPr>
        <dsp:cNvPr id="0" name=""/>
        <dsp:cNvSpPr/>
      </dsp:nvSpPr>
      <dsp:spPr>
        <a:xfrm>
          <a:off x="6538216" y="1028150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ML Model 3 (BiLSTM) reads last 30-day vibration history</a:t>
          </a:r>
          <a:endParaRPr lang="en-US" sz="600" kern="1200"/>
        </a:p>
      </dsp:txBody>
      <dsp:txXfrm>
        <a:off x="6556617" y="1046551"/>
        <a:ext cx="968425" cy="591464"/>
      </dsp:txXfrm>
    </dsp:sp>
    <dsp:sp modelId="{BC5B1A1D-1832-4FC8-B46A-275400C95CE6}">
      <dsp:nvSpPr>
        <dsp:cNvPr id="0" name=""/>
        <dsp:cNvSpPr/>
      </dsp:nvSpPr>
      <dsp:spPr>
        <a:xfrm>
          <a:off x="6412563" y="871083"/>
          <a:ext cx="125653" cy="1256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533"/>
              </a:lnTo>
              <a:lnTo>
                <a:pt x="125653" y="12565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2EC14-8D89-4DE4-A8B3-CC8B788A13F9}">
      <dsp:nvSpPr>
        <dsp:cNvPr id="0" name=""/>
        <dsp:cNvSpPr/>
      </dsp:nvSpPr>
      <dsp:spPr>
        <a:xfrm>
          <a:off x="6538216" y="1813484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Predicts Remaining Useful Life</a:t>
          </a:r>
          <a:endParaRPr lang="en-US" sz="600" kern="1200"/>
        </a:p>
      </dsp:txBody>
      <dsp:txXfrm>
        <a:off x="6556617" y="1831885"/>
        <a:ext cx="968425" cy="591464"/>
      </dsp:txXfrm>
    </dsp:sp>
    <dsp:sp modelId="{9DB56437-4DDC-4E3D-805C-8EE854585BFC}">
      <dsp:nvSpPr>
        <dsp:cNvPr id="0" name=""/>
        <dsp:cNvSpPr/>
      </dsp:nvSpPr>
      <dsp:spPr>
        <a:xfrm>
          <a:off x="6412563" y="871083"/>
          <a:ext cx="125653" cy="2041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867"/>
              </a:lnTo>
              <a:lnTo>
                <a:pt x="125653" y="204186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D2AEF-FF57-4795-8B4D-3383DD03950A}">
      <dsp:nvSpPr>
        <dsp:cNvPr id="0" name=""/>
        <dsp:cNvSpPr/>
      </dsp:nvSpPr>
      <dsp:spPr>
        <a:xfrm>
          <a:off x="6538216" y="2598817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Stores prediction + updated parameters</a:t>
          </a:r>
          <a:endParaRPr lang="en-US" sz="600" kern="1200"/>
        </a:p>
      </dsp:txBody>
      <dsp:txXfrm>
        <a:off x="6556617" y="2617218"/>
        <a:ext cx="968425" cy="591464"/>
      </dsp:txXfrm>
    </dsp:sp>
    <dsp:sp modelId="{18C82944-BCAE-4D0A-AA1C-8AE1CE9E025F}">
      <dsp:nvSpPr>
        <dsp:cNvPr id="0" name=""/>
        <dsp:cNvSpPr/>
      </dsp:nvSpPr>
      <dsp:spPr>
        <a:xfrm>
          <a:off x="7857577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/>
            <a:t>Dashboard Update</a:t>
          </a:r>
          <a:endParaRPr lang="en-US" sz="800" kern="1200"/>
        </a:p>
      </dsp:txBody>
      <dsp:txXfrm>
        <a:off x="7875978" y="261217"/>
        <a:ext cx="1219731" cy="591464"/>
      </dsp:txXfrm>
    </dsp:sp>
    <dsp:sp modelId="{BB536D06-B072-4806-91DC-F8771121817D}">
      <dsp:nvSpPr>
        <dsp:cNvPr id="0" name=""/>
        <dsp:cNvSpPr/>
      </dsp:nvSpPr>
      <dsp:spPr>
        <a:xfrm>
          <a:off x="7983230" y="871083"/>
          <a:ext cx="125653" cy="471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00"/>
              </a:lnTo>
              <a:lnTo>
                <a:pt x="125653" y="4712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005758-AFBD-4A32-A7D6-B8CB1ADB70EB}">
      <dsp:nvSpPr>
        <dsp:cNvPr id="0" name=""/>
        <dsp:cNvSpPr/>
      </dsp:nvSpPr>
      <dsp:spPr>
        <a:xfrm>
          <a:off x="8108883" y="1028150"/>
          <a:ext cx="1005227" cy="628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System visualizes health state, vibration evolution, and predicted RUL</a:t>
          </a:r>
          <a:endParaRPr lang="en-US" sz="600" kern="1200"/>
        </a:p>
      </dsp:txBody>
      <dsp:txXfrm>
        <a:off x="8127284" y="1046551"/>
        <a:ext cx="968425" cy="591464"/>
      </dsp:txXfrm>
    </dsp:sp>
    <dsp:sp modelId="{566A1C03-5075-4E2A-914A-FE4AA5D961F8}">
      <dsp:nvSpPr>
        <dsp:cNvPr id="0" name=""/>
        <dsp:cNvSpPr/>
      </dsp:nvSpPr>
      <dsp:spPr>
        <a:xfrm>
          <a:off x="9428244" y="242816"/>
          <a:ext cx="1256533" cy="6282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This loop repeats continuously, creating a true real-time digital twin.</a:t>
          </a:r>
          <a:endParaRPr lang="en-US" sz="800" kern="1200"/>
        </a:p>
      </dsp:txBody>
      <dsp:txXfrm>
        <a:off x="9446645" y="261217"/>
        <a:ext cx="1219731" cy="591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E4BB4-8A9A-4C59-8021-80ACCDC6637B}">
      <dsp:nvSpPr>
        <dsp:cNvPr id="0" name=""/>
        <dsp:cNvSpPr/>
      </dsp:nvSpPr>
      <dsp:spPr>
        <a:xfrm>
          <a:off x="0" y="5101"/>
          <a:ext cx="6797675" cy="11873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DCFC4-146B-4978-B4E7-C122D6DA5679}">
      <dsp:nvSpPr>
        <dsp:cNvPr id="0" name=""/>
        <dsp:cNvSpPr/>
      </dsp:nvSpPr>
      <dsp:spPr>
        <a:xfrm>
          <a:off x="359160" y="272245"/>
          <a:ext cx="653018" cy="6530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C9B61-6C7B-4E4F-81AA-8E337C860955}">
      <dsp:nvSpPr>
        <dsp:cNvPr id="0" name=""/>
        <dsp:cNvSpPr/>
      </dsp:nvSpPr>
      <dsp:spPr>
        <a:xfrm>
          <a:off x="1371339" y="5101"/>
          <a:ext cx="3058953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Inputs :</a:t>
          </a:r>
          <a:endParaRPr lang="en-US" sz="2200" kern="1200"/>
        </a:p>
      </dsp:txBody>
      <dsp:txXfrm>
        <a:off x="1371339" y="5101"/>
        <a:ext cx="3058953" cy="1187307"/>
      </dsp:txXfrm>
    </dsp:sp>
    <dsp:sp modelId="{66F504BF-0CC0-48FA-B533-C7BD16C9FBDC}">
      <dsp:nvSpPr>
        <dsp:cNvPr id="0" name=""/>
        <dsp:cNvSpPr/>
      </dsp:nvSpPr>
      <dsp:spPr>
        <a:xfrm>
          <a:off x="4430293" y="5101"/>
          <a:ext cx="2366040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Vibration features from last hour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Environmental conditions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Current shaft parameters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Operation duration</a:t>
          </a:r>
          <a:endParaRPr lang="en-US" sz="1100" kern="1200"/>
        </a:p>
      </dsp:txBody>
      <dsp:txXfrm>
        <a:off x="4430293" y="5101"/>
        <a:ext cx="2366040" cy="1187307"/>
      </dsp:txXfrm>
    </dsp:sp>
    <dsp:sp modelId="{BA08103F-F5C3-4479-AAB0-8D3A15A9D950}">
      <dsp:nvSpPr>
        <dsp:cNvPr id="0" name=""/>
        <dsp:cNvSpPr/>
      </dsp:nvSpPr>
      <dsp:spPr>
        <a:xfrm>
          <a:off x="0" y="1489235"/>
          <a:ext cx="6797675" cy="11873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FC07C0-7DE1-4074-9CB4-5BDC4F953C8D}">
      <dsp:nvSpPr>
        <dsp:cNvPr id="0" name=""/>
        <dsp:cNvSpPr/>
      </dsp:nvSpPr>
      <dsp:spPr>
        <a:xfrm>
          <a:off x="359160" y="1756379"/>
          <a:ext cx="653018" cy="6530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25043-6FEF-49E3-A847-D841AA4BE954}">
      <dsp:nvSpPr>
        <dsp:cNvPr id="0" name=""/>
        <dsp:cNvSpPr/>
      </dsp:nvSpPr>
      <dsp:spPr>
        <a:xfrm>
          <a:off x="1371339" y="1489235"/>
          <a:ext cx="3058953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Core Logic :</a:t>
          </a:r>
          <a:endParaRPr lang="en-US" sz="2200" kern="1200"/>
        </a:p>
      </dsp:txBody>
      <dsp:txXfrm>
        <a:off x="1371339" y="1489235"/>
        <a:ext cx="3058953" cy="1187307"/>
      </dsp:txXfrm>
    </dsp:sp>
    <dsp:sp modelId="{22565917-7035-40D5-9DEC-76B9995AFFFB}">
      <dsp:nvSpPr>
        <dsp:cNvPr id="0" name=""/>
        <dsp:cNvSpPr/>
      </dsp:nvSpPr>
      <dsp:spPr>
        <a:xfrm>
          <a:off x="4430293" y="1489235"/>
          <a:ext cx="2366040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Regression-based degradation estimation</a:t>
          </a:r>
          <a:endParaRPr lang="en-US" sz="1100" kern="1200"/>
        </a:p>
      </dsp:txBody>
      <dsp:txXfrm>
        <a:off x="4430293" y="1489235"/>
        <a:ext cx="2366040" cy="1187307"/>
      </dsp:txXfrm>
    </dsp:sp>
    <dsp:sp modelId="{AA9D2B38-3642-46EA-A6D4-A008CA7F8290}">
      <dsp:nvSpPr>
        <dsp:cNvPr id="0" name=""/>
        <dsp:cNvSpPr/>
      </dsp:nvSpPr>
      <dsp:spPr>
        <a:xfrm>
          <a:off x="0" y="2973369"/>
          <a:ext cx="6797675" cy="11873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F078B-615B-417D-94F5-CE899903E6C8}">
      <dsp:nvSpPr>
        <dsp:cNvPr id="0" name=""/>
        <dsp:cNvSpPr/>
      </dsp:nvSpPr>
      <dsp:spPr>
        <a:xfrm>
          <a:off x="359160" y="3240513"/>
          <a:ext cx="653018" cy="6530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F5C04-1CD5-48AC-8F56-2017DFC8542B}">
      <dsp:nvSpPr>
        <dsp:cNvPr id="0" name=""/>
        <dsp:cNvSpPr/>
      </dsp:nvSpPr>
      <dsp:spPr>
        <a:xfrm>
          <a:off x="1371339" y="2973369"/>
          <a:ext cx="3058953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Example :</a:t>
          </a:r>
          <a:endParaRPr lang="en-US" sz="2200" kern="1200"/>
        </a:p>
      </dsp:txBody>
      <dsp:txXfrm>
        <a:off x="1371339" y="2973369"/>
        <a:ext cx="3058953" cy="1187307"/>
      </dsp:txXfrm>
    </dsp:sp>
    <dsp:sp modelId="{01935001-E206-4AC5-AFEB-7E1BB5A8A33A}">
      <dsp:nvSpPr>
        <dsp:cNvPr id="0" name=""/>
        <dsp:cNvSpPr/>
      </dsp:nvSpPr>
      <dsp:spPr>
        <a:xfrm>
          <a:off x="4430293" y="2973369"/>
          <a:ext cx="2366040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Spring decreases 0.05–0.2% per hour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Damper increases based on contamination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Inertia changes due to micro-deformation</a:t>
          </a:r>
          <a:endParaRPr lang="en-US" sz="1100" kern="1200"/>
        </a:p>
      </dsp:txBody>
      <dsp:txXfrm>
        <a:off x="4430293" y="2973369"/>
        <a:ext cx="2366040" cy="1187307"/>
      </dsp:txXfrm>
    </dsp:sp>
    <dsp:sp modelId="{0C70111F-94FD-41B0-951F-1F57C1DD1223}">
      <dsp:nvSpPr>
        <dsp:cNvPr id="0" name=""/>
        <dsp:cNvSpPr/>
      </dsp:nvSpPr>
      <dsp:spPr>
        <a:xfrm>
          <a:off x="0" y="4457503"/>
          <a:ext cx="6797675" cy="11873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A2CF9C-723E-42CF-BBBE-6B60338F46F7}">
      <dsp:nvSpPr>
        <dsp:cNvPr id="0" name=""/>
        <dsp:cNvSpPr/>
      </dsp:nvSpPr>
      <dsp:spPr>
        <a:xfrm>
          <a:off x="359160" y="4724647"/>
          <a:ext cx="653018" cy="6530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5C446-121F-4B7F-AE22-2B02872C9430}">
      <dsp:nvSpPr>
        <dsp:cNvPr id="0" name=""/>
        <dsp:cNvSpPr/>
      </dsp:nvSpPr>
      <dsp:spPr>
        <a:xfrm>
          <a:off x="1371339" y="4457503"/>
          <a:ext cx="3058953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Outputs :</a:t>
          </a:r>
          <a:endParaRPr lang="en-US" sz="2200" kern="1200"/>
        </a:p>
      </dsp:txBody>
      <dsp:txXfrm>
        <a:off x="1371339" y="4457503"/>
        <a:ext cx="3058953" cy="1187307"/>
      </dsp:txXfrm>
    </dsp:sp>
    <dsp:sp modelId="{EC19C7EB-84FE-47E2-8427-4E5653EE653B}">
      <dsp:nvSpPr>
        <dsp:cNvPr id="0" name=""/>
        <dsp:cNvSpPr/>
      </dsp:nvSpPr>
      <dsp:spPr>
        <a:xfrm>
          <a:off x="4430293" y="4457503"/>
          <a:ext cx="2366040" cy="1187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657" tIns="125657" rIns="125657" bIns="12565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Updated spring stiffness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Updated damping coefficient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Updated inertia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Wear state saved</a:t>
          </a:r>
          <a:endParaRPr lang="en-US" sz="1100" kern="1200"/>
        </a:p>
      </dsp:txBody>
      <dsp:txXfrm>
        <a:off x="4430293" y="4457503"/>
        <a:ext cx="2366040" cy="11873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54DBB-F794-4256-B314-F36E6E4C8ED1}">
      <dsp:nvSpPr>
        <dsp:cNvPr id="0" name=""/>
        <dsp:cNvSpPr/>
      </dsp:nvSpPr>
      <dsp:spPr>
        <a:xfrm>
          <a:off x="0" y="61461"/>
          <a:ext cx="6797675" cy="687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Input:</a:t>
          </a:r>
          <a:endParaRPr lang="en-US" sz="2800" kern="1200"/>
        </a:p>
      </dsp:txBody>
      <dsp:txXfrm>
        <a:off x="33583" y="95044"/>
        <a:ext cx="6730509" cy="620794"/>
      </dsp:txXfrm>
    </dsp:sp>
    <dsp:sp modelId="{B29F7F75-F44C-4BF2-BAB9-017298A09D03}">
      <dsp:nvSpPr>
        <dsp:cNvPr id="0" name=""/>
        <dsp:cNvSpPr/>
      </dsp:nvSpPr>
      <dsp:spPr>
        <a:xfrm>
          <a:off x="0" y="749421"/>
          <a:ext cx="6797675" cy="767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30-day vibration feature history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Sequential time-series data</a:t>
          </a:r>
          <a:endParaRPr lang="en-US" sz="2200" kern="1200"/>
        </a:p>
      </dsp:txBody>
      <dsp:txXfrm>
        <a:off x="0" y="749421"/>
        <a:ext cx="6797675" cy="767970"/>
      </dsp:txXfrm>
    </dsp:sp>
    <dsp:sp modelId="{EDD7E7C9-8BB7-4B5D-A2D3-E01C37012C26}">
      <dsp:nvSpPr>
        <dsp:cNvPr id="0" name=""/>
        <dsp:cNvSpPr/>
      </dsp:nvSpPr>
      <dsp:spPr>
        <a:xfrm>
          <a:off x="0" y="1517390"/>
          <a:ext cx="6797675" cy="687960"/>
        </a:xfrm>
        <a:prstGeom prst="roundRect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Neural Network:</a:t>
          </a:r>
          <a:endParaRPr lang="en-US" sz="2800" kern="1200"/>
        </a:p>
      </dsp:txBody>
      <dsp:txXfrm>
        <a:off x="33583" y="1550973"/>
        <a:ext cx="6730509" cy="620794"/>
      </dsp:txXfrm>
    </dsp:sp>
    <dsp:sp modelId="{1EFFFF34-D33F-4108-AFEB-2370808F5ABB}">
      <dsp:nvSpPr>
        <dsp:cNvPr id="0" name=""/>
        <dsp:cNvSpPr/>
      </dsp:nvSpPr>
      <dsp:spPr>
        <a:xfrm>
          <a:off x="0" y="2205351"/>
          <a:ext cx="6797675" cy="1535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BiLSTM (128 units)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Dropout (0.3)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Dense layer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Regression output</a:t>
          </a:r>
          <a:endParaRPr lang="en-US" sz="2200" kern="1200"/>
        </a:p>
      </dsp:txBody>
      <dsp:txXfrm>
        <a:off x="0" y="2205351"/>
        <a:ext cx="6797675" cy="1535940"/>
      </dsp:txXfrm>
    </dsp:sp>
    <dsp:sp modelId="{E65B6220-E16B-479B-B95B-0555D341B17E}">
      <dsp:nvSpPr>
        <dsp:cNvPr id="0" name=""/>
        <dsp:cNvSpPr/>
      </dsp:nvSpPr>
      <dsp:spPr>
        <a:xfrm>
          <a:off x="0" y="3741291"/>
          <a:ext cx="6797675" cy="687960"/>
        </a:xfrm>
        <a:prstGeom prst="roundRec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Output:</a:t>
          </a:r>
          <a:endParaRPr lang="en-US" sz="2800" kern="1200"/>
        </a:p>
      </dsp:txBody>
      <dsp:txXfrm>
        <a:off x="33583" y="3774874"/>
        <a:ext cx="6730509" cy="620794"/>
      </dsp:txXfrm>
    </dsp:sp>
    <dsp:sp modelId="{E28EC1C5-0A8A-431B-B5E8-B35FA2188117}">
      <dsp:nvSpPr>
        <dsp:cNvPr id="0" name=""/>
        <dsp:cNvSpPr/>
      </dsp:nvSpPr>
      <dsp:spPr>
        <a:xfrm>
          <a:off x="0" y="4429251"/>
          <a:ext cx="6797675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Predicted RUL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Prediction confidence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Progressive degradation trend</a:t>
          </a:r>
          <a:endParaRPr lang="en-US" sz="2200" kern="1200"/>
        </a:p>
      </dsp:txBody>
      <dsp:txXfrm>
        <a:off x="0" y="4429251"/>
        <a:ext cx="6797675" cy="1159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3348C-A314-4480-B5A8-BD806BD91E81}">
      <dsp:nvSpPr>
        <dsp:cNvPr id="0" name=""/>
        <dsp:cNvSpPr/>
      </dsp:nvSpPr>
      <dsp:spPr>
        <a:xfrm>
          <a:off x="489253" y="998804"/>
          <a:ext cx="793388" cy="793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0B4DE-FE2A-4B46-9D10-3F5454DCC438}">
      <dsp:nvSpPr>
        <dsp:cNvPr id="0" name=""/>
        <dsp:cNvSpPr/>
      </dsp:nvSpPr>
      <dsp:spPr>
        <a:xfrm>
          <a:off x="4405" y="205685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Implement Degradation Model (ML Model 2)</a:t>
          </a:r>
          <a:endParaRPr lang="en-US" sz="1200" kern="1200"/>
        </a:p>
      </dsp:txBody>
      <dsp:txXfrm>
        <a:off x="4405" y="2056851"/>
        <a:ext cx="1763085" cy="705234"/>
      </dsp:txXfrm>
    </dsp:sp>
    <dsp:sp modelId="{10DE491E-8972-4803-84FC-7B8F89F24E13}">
      <dsp:nvSpPr>
        <dsp:cNvPr id="0" name=""/>
        <dsp:cNvSpPr/>
      </dsp:nvSpPr>
      <dsp:spPr>
        <a:xfrm>
          <a:off x="2560879" y="998804"/>
          <a:ext cx="793388" cy="793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EB6EF-C8A1-4F70-BB43-1AEE49D087EB}">
      <dsp:nvSpPr>
        <dsp:cNvPr id="0" name=""/>
        <dsp:cNvSpPr/>
      </dsp:nvSpPr>
      <dsp:spPr>
        <a:xfrm>
          <a:off x="2076031" y="205685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Develop LSTM-Based RUL Prediction Model (ML Model 3)</a:t>
          </a:r>
        </a:p>
      </dsp:txBody>
      <dsp:txXfrm>
        <a:off x="2076031" y="2056851"/>
        <a:ext cx="1763085" cy="705234"/>
      </dsp:txXfrm>
    </dsp:sp>
    <dsp:sp modelId="{454989E5-A0AA-4476-96D9-2C1890D33788}">
      <dsp:nvSpPr>
        <dsp:cNvPr id="0" name=""/>
        <dsp:cNvSpPr/>
      </dsp:nvSpPr>
      <dsp:spPr>
        <a:xfrm>
          <a:off x="4632505" y="998804"/>
          <a:ext cx="793388" cy="793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E1F45-166D-4811-93E6-BC005A8CE0EC}">
      <dsp:nvSpPr>
        <dsp:cNvPr id="0" name=""/>
        <dsp:cNvSpPr/>
      </dsp:nvSpPr>
      <dsp:spPr>
        <a:xfrm>
          <a:off x="4147657" y="205685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Integrate Digital Twin with ML Models</a:t>
          </a:r>
        </a:p>
      </dsp:txBody>
      <dsp:txXfrm>
        <a:off x="4147657" y="2056851"/>
        <a:ext cx="1763085" cy="705234"/>
      </dsp:txXfrm>
    </dsp:sp>
    <dsp:sp modelId="{EECE0575-0523-4B8B-B3EF-61541702827D}">
      <dsp:nvSpPr>
        <dsp:cNvPr id="0" name=""/>
        <dsp:cNvSpPr/>
      </dsp:nvSpPr>
      <dsp:spPr>
        <a:xfrm>
          <a:off x="6704131" y="998804"/>
          <a:ext cx="793388" cy="793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AA4CC-A45B-4343-97E5-B713118D8A05}">
      <dsp:nvSpPr>
        <dsp:cNvPr id="0" name=""/>
        <dsp:cNvSpPr/>
      </dsp:nvSpPr>
      <dsp:spPr>
        <a:xfrm>
          <a:off x="6219283" y="205685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Build Interactive Dashboard</a:t>
          </a:r>
          <a:endParaRPr lang="en-US" sz="1200" kern="1200"/>
        </a:p>
      </dsp:txBody>
      <dsp:txXfrm>
        <a:off x="6219283" y="2056851"/>
        <a:ext cx="1763085" cy="705234"/>
      </dsp:txXfrm>
    </dsp:sp>
    <dsp:sp modelId="{61777E63-9C54-4D88-BDD1-924DAA0080A5}">
      <dsp:nvSpPr>
        <dsp:cNvPr id="0" name=""/>
        <dsp:cNvSpPr/>
      </dsp:nvSpPr>
      <dsp:spPr>
        <a:xfrm>
          <a:off x="8775757" y="998804"/>
          <a:ext cx="793388" cy="7933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46F3C-194C-4F29-8413-820D46D80EB3}">
      <dsp:nvSpPr>
        <dsp:cNvPr id="0" name=""/>
        <dsp:cNvSpPr/>
      </dsp:nvSpPr>
      <dsp:spPr>
        <a:xfrm>
          <a:off x="8290908" y="2056851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Full End-to-End Predictive Maintenance Digital Twin</a:t>
          </a:r>
        </a:p>
      </dsp:txBody>
      <dsp:txXfrm>
        <a:off x="8290908" y="2056851"/>
        <a:ext cx="1763085" cy="705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42700-B0A4-E665-C50D-5BA2509EE5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7A53E-DC12-4EF1-FB69-EF7C780D9E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5DB5A-F0F5-4A5C-B9AE-9686F91EDAA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0B637-B3B9-E206-142D-B4A217AA4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C3A66-6EFA-94A2-2105-4F780E778C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0F088-8B89-431B-894B-2E60B5E9F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93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349DF-9BAC-4A39-8924-FC93259EB14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7B41F-7AF3-4088-BA26-539006860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65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36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30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1C9F-E07F-4340-B4E5-FAE17BA9C775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1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C0A0-CA26-43BC-87B4-9EC43BF31270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7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D8B6-01B6-4086-A285-C98F2CD9B768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3C07-F4F4-430F-AB12-5DEEF05D6435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6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50FC-B8EA-4A24-8496-7136BDD21223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4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12C9-BD46-411A-8C06-40D3FE93210B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F648-B8C6-40B4-BE9B-CA1C9612689A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9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DB723454-7068-4E97-B219-4214B182D49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2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A7B1EB-BD49-4029-AB03-8DF0A2119CD0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D870-CDA3-4540-BFED-007C62D992C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7F1B-42C6-4979-B7E0-E348AA7FE90E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0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D2E41F8-D78A-4C08-A783-864D1E6D2D93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6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jishnukoliyadan/vibration-analysis-on-rotating-shaf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9ACCB7D6-5EFA-FD29-BF6A-1E0D0361BA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5730"/>
          <a:stretch>
            <a:fillRect/>
          </a:stretch>
        </p:blipFill>
        <p:spPr>
          <a:xfrm>
            <a:off x="-3155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5EE5B-D131-DB16-D052-912D3312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33232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Twin of a Rotating Shaft for Predictive Maintenance using MATLAB Simulink and </a:t>
            </a:r>
            <a:r>
              <a:rPr lang="en-US" sz="3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Simscape</a:t>
            </a:r>
            <a:endParaRPr lang="en-US" sz="3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81817D3-A9DE-146C-7AB7-7A261AE47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871" y="4183434"/>
            <a:ext cx="7254910" cy="2230732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MDM2104 – Case Study: Intelligent Systems in Production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9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Sameer K. Subair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Karthik Gopi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Nihal Sait Nishan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Abdul Rashid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Kundladi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CF55D-2A7D-BD41-95E0-13C5D081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78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8E7A7-005C-86DA-A618-2181FF48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Previous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C7E9-899B-AAF9-C003-1F9E1843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Simulink Digital Twin model created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Healthy &amp; faulty shaft simulation done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Torque, angular velocity, &amp; vibration signals extracted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FFT &amp; RMS analysis implemented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Baseline fault signatures identified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ACB98-3DE9-7150-060D-02256DE6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50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6FA71-EA20-5A5A-F33D-131BE780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32AEA3-3562-891E-BA13-04AFB3B54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869DFC-84A5-7988-DC5D-52FBE074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7A894-77B9-68CF-2F49-63E58DA9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Methodology Overview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577285-3E43-C406-6E15-01BBD7D5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BA309-8208-25CC-A1AB-2596F149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1A6E18EF-F972-B59F-EC5E-E0392D27EC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9936" y="2275969"/>
          <a:ext cx="10625427" cy="3508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79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74328-8C33-8AF1-DA27-320C41E7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Complete Digital Twin Workflow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C1282D7-1F5E-4DC1-EB6F-3184F8C9EC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6344" y="2191603"/>
          <a:ext cx="10689019" cy="4255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88762-9D25-8DE6-D16B-AEB1D9FF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64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4E586-5AA4-624E-DF1E-BAB5AF88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C4DF3-C763-EF7C-64C7-8192C815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chemeClr val="bg1"/>
                </a:solidFill>
              </a:rPr>
              <a:t>Planned Architecture – Degradation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65E2-D787-D5CE-CDA6-FBC87A5C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33" name="Content Placeholder 6">
            <a:extLst>
              <a:ext uri="{FF2B5EF4-FFF2-40B4-BE49-F238E27FC236}">
                <a16:creationId xmlns:a16="http://schemas.microsoft.com/office/drawing/2014/main" id="{0C934694-E9AC-75C1-E781-3F91DDEAE9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02366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288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BEF0A-1560-F3B9-C9DA-11F5B3D8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8B84F-3A02-FF79-2AAE-9370D851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Planned Architecture – LSTM RUL Model</a:t>
            </a:r>
            <a:endParaRPr lang="en-IN" sz="36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DD3B6-D521-F1B0-4A6B-4696EFB4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42" name="Content Placeholder 4">
            <a:extLst>
              <a:ext uri="{FF2B5EF4-FFF2-40B4-BE49-F238E27FC236}">
                <a16:creationId xmlns:a16="http://schemas.microsoft.com/office/drawing/2014/main" id="{61FA2886-AB4D-A2D5-AFF3-C9630C56C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31420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11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3BFE0-E345-0EAF-D50D-D3709DEB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41AD79-227E-13B4-0FFB-C405F2408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82BAC-53B6-2EBB-C63D-6A4808D9B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AF44F-C7CC-FA3D-97AB-CA7A5999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Kaggle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D457-847F-6AA9-0828-A86276871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023963"/>
            <a:ext cx="10615867" cy="3845025"/>
          </a:xfrm>
        </p:spPr>
        <p:txBody>
          <a:bodyPr>
            <a:normAutofit fontScale="92500" lnSpcReduction="20000"/>
          </a:bodyPr>
          <a:lstStyle/>
          <a:p>
            <a:r>
              <a:rPr lang="en-IN" sz="1400" b="1" dirty="0"/>
              <a:t>Dataset:</a:t>
            </a:r>
            <a:r>
              <a:rPr lang="en-IN" sz="1400" dirty="0"/>
              <a:t> </a:t>
            </a:r>
            <a:r>
              <a:rPr lang="en-IN" sz="1400" i="1" dirty="0"/>
              <a:t>Vibration Analysis on Rotating Shaft</a:t>
            </a:r>
            <a:r>
              <a:rPr lang="en-IN" sz="1400" dirty="0"/>
              <a:t> (Kaggle)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>
                <a:hlinkClick r:id="rId2"/>
              </a:rPr>
              <a:t>https://www.kaggle.com/datasets/jishnukoliyadan/vibration-analysis-on-rotating-shaft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Contains vibration data under: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/>
              <a:t>Healthy shaft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/>
              <a:t>Misalignment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/>
              <a:t>Unbalance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/>
              <a:t>Bent shaft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/>
              <a:t>Bearing faults</a:t>
            </a:r>
          </a:p>
          <a:p>
            <a:pPr marL="0" indent="0">
              <a:buNone/>
            </a:pPr>
            <a:r>
              <a:rPr lang="en-IN" sz="1400" dirty="0"/>
              <a:t>Data Type: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400" dirty="0"/>
              <a:t>Accelerometer vibration signals (time-series)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370B8-170D-0E74-5B59-49D71103B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49DE2-D7B6-80F4-FCFB-E3FBD4FE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74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78306-9291-0206-6F63-8781F2C5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35D4-9A41-3986-60DE-5924AF13E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Performed the following: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Imported vibration CSV files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Filtered high-frequency noise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Segmented data into windows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Normalized each window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Labeled signals (healthy vs fault type)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BD2DD-DDB8-41AE-ECA1-87D0693D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98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25341-A89A-961F-FE5F-B1A71A27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C6E8B-F3D5-2D87-D398-CBCFB30F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2657-21C1-F6DD-2AC7-5ACF1859D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4694" y="150668"/>
            <a:ext cx="5923721" cy="655666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Extracted the following from each window: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000" b="1" dirty="0"/>
              <a:t>Time-Domain Features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RMS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Peak-to-peak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Crest factor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Kurtosis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000" b="1" dirty="0"/>
              <a:t>Frequency-Domain Features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FFT dominant peak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Harmonics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Spectral band energy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These features are used for ML training</a:t>
            </a:r>
            <a:endParaRPr lang="en-IN" sz="2000" dirty="0"/>
          </a:p>
          <a:p>
            <a:pPr>
              <a:lnSpc>
                <a:spcPct val="110000"/>
              </a:lnSpc>
            </a:pPr>
            <a:endParaRPr lang="en-IN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E3B2B-3EAA-3F8A-4EFE-1134A0409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3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8DB73-5866-5C82-F4EC-EE84D173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79CE4A-9D9B-0AEB-BBEF-C0AB49DF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D90765-F562-4B09-39E9-E452F873C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29BB4-4799-298C-E5E8-F8841F04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1CFD-F849-173B-1EFB-DB887932F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0" y="2023962"/>
            <a:ext cx="11713781" cy="4276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Implemented </a:t>
            </a:r>
            <a:r>
              <a:rPr lang="en-US" b="1" dirty="0"/>
              <a:t>Decision Tree Classifier</a:t>
            </a:r>
            <a:r>
              <a:rPr lang="en-US" dirty="0"/>
              <a:t> as first ML model.</a:t>
            </a:r>
          </a:p>
          <a:p>
            <a:pPr marL="0" indent="0">
              <a:buNone/>
            </a:pPr>
            <a:r>
              <a:rPr lang="en-IN" b="1" dirty="0"/>
              <a:t>Steps Completed: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Combined features from Simulink + Kaggle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Split into train/test sets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Trained baseline Decision Tree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Performed classification of faults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b="1" dirty="0"/>
              <a:t>Output: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Model successfully identifies basic fault patterns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Serves as baseline for future deep learning models</a:t>
            </a:r>
            <a:endParaRPr lang="en-IN" b="1" dirty="0"/>
          </a:p>
          <a:p>
            <a:pPr marL="0" indent="0">
              <a:buClr>
                <a:schemeClr val="tx1"/>
              </a:buClr>
              <a:buNone/>
            </a:pPr>
            <a:endParaRPr lang="en-IN" dirty="0"/>
          </a:p>
          <a:p>
            <a:pPr marL="0" indent="0">
              <a:buClr>
                <a:schemeClr val="tx1"/>
              </a:buClr>
              <a:buNone/>
            </a:pP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BFC168-1EF9-86D7-BC86-37E7BD881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F29AD-A7E6-E161-72A5-13263D8F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6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8752E-D125-D02C-E0F8-41414152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1C6252-2AB3-0CF3-7B23-37C38F6AD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7CADB-7D97-606D-5FE7-BD27854E0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89753-69DF-6F19-B2F6-C566599D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Results of ML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A8FE-DE8D-33C5-308A-A62CA8B73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83" y="2710175"/>
            <a:ext cx="10058400" cy="2821097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Decision Tree trained on extracted features</a:t>
            </a:r>
            <a:endParaRPr lang="en-IN" sz="20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Successfully classified healthy vs faulty samples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Provided first baseline accuracy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Identified need for more advanced sequence models (later phase)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DB8A05-9697-0CA4-407E-7E8D936C2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3119B-7C74-77F6-9385-A536DDCC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7C084-E14B-EFED-21E1-E705FE44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642F6B-34F8-C60F-DD10-9F53EA47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0FAD9-384F-4C3F-25F3-5880E4C0D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2CA17-36D9-EE7D-4546-9D44CCC1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Summary of Work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9BBB-5232-2E92-5F84-208965A65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Dataset integrated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Preprocessing completed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Feature extraction completed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Healthy–faulty comparison validated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/>
              <a:t>Baseline ML model implemented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Feature matrix generated for next phase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1D2F1-ECF3-A71E-8833-433A1539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AAB0D-0332-B260-C9F1-FB492AA7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9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23E5-7FE6-B9D8-4B2B-96EBEC30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4B9179-5146-5ACF-A949-AADD14C75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03E08-5B10-1C15-AD46-8F2E38930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24212-BE27-DFDB-63B7-00861A01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Future Goals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211C1-19DB-B3BF-A2F6-12A63582A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0E7F2-A31F-05F3-A949-00A4D0E0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FEB01D1F-2274-F38D-4F3D-8E19766938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30542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740</Words>
  <Application>Microsoft Office PowerPoint</Application>
  <PresentationFormat>Widescreen</PresentationFormat>
  <Paragraphs>156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Univers</vt:lpstr>
      <vt:lpstr>Univers Condensed</vt:lpstr>
      <vt:lpstr>Wingdings</vt:lpstr>
      <vt:lpstr>RetrospectVTI</vt:lpstr>
      <vt:lpstr>Digital Twin of a Rotating Shaft for Predictive Maintenance using MATLAB Simulink and Simscape</vt:lpstr>
      <vt:lpstr>Previous Achievements</vt:lpstr>
      <vt:lpstr>Methodology Overview</vt:lpstr>
      <vt:lpstr>Complete Digital Twin Workflow</vt:lpstr>
      <vt:lpstr>Planned Architecture – Degradation Model</vt:lpstr>
      <vt:lpstr>Planned Architecture – LSTM RUL Model</vt:lpstr>
      <vt:lpstr>Kaggle Dataset</vt:lpstr>
      <vt:lpstr>Data Preprocessing</vt:lpstr>
      <vt:lpstr>Feature Extraction</vt:lpstr>
      <vt:lpstr>Machine Learning Model</vt:lpstr>
      <vt:lpstr>Results of ML Model</vt:lpstr>
      <vt:lpstr>Summary of Work Completed</vt:lpstr>
      <vt:lpstr>Future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Gopi</dc:creator>
  <cp:lastModifiedBy>Karthik Gopi</cp:lastModifiedBy>
  <cp:revision>5</cp:revision>
  <dcterms:created xsi:type="dcterms:W3CDTF">2025-11-05T13:35:47Z</dcterms:created>
  <dcterms:modified xsi:type="dcterms:W3CDTF">2025-11-27T09:12:29Z</dcterms:modified>
</cp:coreProperties>
</file>